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handoutMasterIdLst>
    <p:handoutMasterId r:id="rId12"/>
  </p:handoutMasterIdLst>
  <p:sldIdLst>
    <p:sldId id="389" r:id="rId2"/>
    <p:sldId id="264" r:id="rId3"/>
    <p:sldId id="265" r:id="rId4"/>
    <p:sldId id="383" r:id="rId5"/>
    <p:sldId id="384" r:id="rId6"/>
    <p:sldId id="260" r:id="rId7"/>
    <p:sldId id="261" r:id="rId8"/>
    <p:sldId id="262" r:id="rId9"/>
    <p:sldId id="385"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 Li" initials="HL" lastIdx="1" clrIdx="0">
    <p:extLst>
      <p:ext uri="{19B8F6BF-5375-455C-9EA6-DF929625EA0E}">
        <p15:presenceInfo xmlns:p15="http://schemas.microsoft.com/office/powerpoint/2012/main" userId="f096cd0e41dc33c7" providerId="Windows Live"/>
      </p:ext>
    </p:extLst>
  </p:cmAuthor>
  <p:cmAuthor id="2" name="He Li" initials="HL [2]" lastIdx="1" clrIdx="1">
    <p:extLst>
      <p:ext uri="{19B8F6BF-5375-455C-9EA6-DF929625EA0E}">
        <p15:presenceInfo xmlns:p15="http://schemas.microsoft.com/office/powerpoint/2012/main" userId="He L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2D80"/>
    <a:srgbClr val="ED6C22"/>
    <a:srgbClr val="86898C"/>
    <a:srgbClr val="EA6A20"/>
    <a:srgbClr val="D4C99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EFC9FA-D782-42E7-87AF-E86FD73970F4}" v="153" dt="2020-10-11T01:39:47.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7" autoAdjust="0"/>
    <p:restoredTop sz="75535" autoAdjust="0"/>
  </p:normalViewPr>
  <p:slideViewPr>
    <p:cSldViewPr snapToGrid="0" snapToObjects="1">
      <p:cViewPr varScale="1">
        <p:scale>
          <a:sx n="61" d="100"/>
          <a:sy n="61" d="100"/>
        </p:scale>
        <p:origin x="207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62" d="100"/>
          <a:sy n="62" d="100"/>
        </p:scale>
        <p:origin x="3226"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 Li" userId="d9c76fd2-938e-46d4-9025-cac18f4a4a12" providerId="ADAL" clId="{A8072675-A334-4FCC-A86A-5D8F1ED20D40}"/>
    <pc:docChg chg="delSld">
      <pc:chgData name="He Li" userId="d9c76fd2-938e-46d4-9025-cac18f4a4a12" providerId="ADAL" clId="{A8072675-A334-4FCC-A86A-5D8F1ED20D40}" dt="2020-02-27T18:58:29.268" v="0" actId="2696"/>
      <pc:docMkLst>
        <pc:docMk/>
      </pc:docMkLst>
      <pc:sldChg chg="del">
        <pc:chgData name="He Li" userId="d9c76fd2-938e-46d4-9025-cac18f4a4a12" providerId="ADAL" clId="{A8072675-A334-4FCC-A86A-5D8F1ED20D40}" dt="2020-02-27T18:58:29.268" v="0" actId="2696"/>
        <pc:sldMkLst>
          <pc:docMk/>
          <pc:sldMk cId="3808610439" sldId="376"/>
        </pc:sldMkLst>
      </pc:sldChg>
    </pc:docChg>
  </pc:docChgLst>
  <pc:docChgLst>
    <pc:chgData name="He Li" userId="d9c76fd2-938e-46d4-9025-cac18f4a4a12" providerId="ADAL" clId="{54EFC9FA-D782-42E7-87AF-E86FD73970F4}"/>
    <pc:docChg chg="undo custSel addSld delSld modSld sldOrd">
      <pc:chgData name="He Li" userId="d9c76fd2-938e-46d4-9025-cac18f4a4a12" providerId="ADAL" clId="{54EFC9FA-D782-42E7-87AF-E86FD73970F4}" dt="2020-10-12T02:37:43.611" v="3229" actId="1035"/>
      <pc:docMkLst>
        <pc:docMk/>
      </pc:docMkLst>
      <pc:sldChg chg="modNotesTx">
        <pc:chgData name="He Li" userId="d9c76fd2-938e-46d4-9025-cac18f4a4a12" providerId="ADAL" clId="{54EFC9FA-D782-42E7-87AF-E86FD73970F4}" dt="2020-10-10T23:50:51.865" v="2861" actId="20577"/>
        <pc:sldMkLst>
          <pc:docMk/>
          <pc:sldMk cId="3992025409" sldId="257"/>
        </pc:sldMkLst>
      </pc:sldChg>
      <pc:sldChg chg="modSp modNotesTx">
        <pc:chgData name="He Li" userId="d9c76fd2-938e-46d4-9025-cac18f4a4a12" providerId="ADAL" clId="{54EFC9FA-D782-42E7-87AF-E86FD73970F4}" dt="2020-10-11T00:12:30.440" v="3038" actId="20577"/>
        <pc:sldMkLst>
          <pc:docMk/>
          <pc:sldMk cId="3890081729" sldId="258"/>
        </pc:sldMkLst>
        <pc:spChg chg="mod">
          <ac:chgData name="He Li" userId="d9c76fd2-938e-46d4-9025-cac18f4a4a12" providerId="ADAL" clId="{54EFC9FA-D782-42E7-87AF-E86FD73970F4}" dt="2020-10-04T20:32:18.206" v="1" actId="1076"/>
          <ac:spMkLst>
            <pc:docMk/>
            <pc:sldMk cId="3890081729" sldId="258"/>
            <ac:spMk id="2" creationId="{F6AA3036-7F79-4E18-833A-AC2936B6AF44}"/>
          </ac:spMkLst>
        </pc:spChg>
        <pc:spChg chg="mod">
          <ac:chgData name="He Li" userId="d9c76fd2-938e-46d4-9025-cac18f4a4a12" providerId="ADAL" clId="{54EFC9FA-D782-42E7-87AF-E86FD73970F4}" dt="2020-10-10T01:48:34.152" v="585" actId="114"/>
          <ac:spMkLst>
            <pc:docMk/>
            <pc:sldMk cId="3890081729" sldId="258"/>
            <ac:spMk id="3" creationId="{BFE5A05F-8C0A-4273-B9D4-42B0EE20F2E4}"/>
          </ac:spMkLst>
        </pc:spChg>
        <pc:spChg chg="mod">
          <ac:chgData name="He Li" userId="d9c76fd2-938e-46d4-9025-cac18f4a4a12" providerId="ADAL" clId="{54EFC9FA-D782-42E7-87AF-E86FD73970F4}" dt="2020-10-10T01:47:53.843" v="581" actId="1076"/>
          <ac:spMkLst>
            <pc:docMk/>
            <pc:sldMk cId="3890081729" sldId="258"/>
            <ac:spMk id="5" creationId="{081EF787-FF6B-4232-AC5C-7DDE6183B954}"/>
          </ac:spMkLst>
        </pc:spChg>
        <pc:picChg chg="mod">
          <ac:chgData name="He Li" userId="d9c76fd2-938e-46d4-9025-cac18f4a4a12" providerId="ADAL" clId="{54EFC9FA-D782-42E7-87AF-E86FD73970F4}" dt="2020-10-10T01:47:53.843" v="581" actId="1076"/>
          <ac:picMkLst>
            <pc:docMk/>
            <pc:sldMk cId="3890081729" sldId="258"/>
            <ac:picMk id="1026" creationId="{BEF943CE-1738-4346-BC06-206C19C109DE}"/>
          </ac:picMkLst>
        </pc:picChg>
      </pc:sldChg>
      <pc:sldChg chg="modSp modNotesTx">
        <pc:chgData name="He Li" userId="d9c76fd2-938e-46d4-9025-cac18f4a4a12" providerId="ADAL" clId="{54EFC9FA-D782-42E7-87AF-E86FD73970F4}" dt="2020-10-10T02:34:10.242" v="2369"/>
        <pc:sldMkLst>
          <pc:docMk/>
          <pc:sldMk cId="1293065336" sldId="259"/>
        </pc:sldMkLst>
        <pc:spChg chg="mod">
          <ac:chgData name="He Li" userId="d9c76fd2-938e-46d4-9025-cac18f4a4a12" providerId="ADAL" clId="{54EFC9FA-D782-42E7-87AF-E86FD73970F4}" dt="2020-10-04T21:00:25.671" v="395" actId="1076"/>
          <ac:spMkLst>
            <pc:docMk/>
            <pc:sldMk cId="1293065336" sldId="259"/>
            <ac:spMk id="2" creationId="{1991D261-96E4-4E0B-B81C-5468B080C55B}"/>
          </ac:spMkLst>
        </pc:spChg>
        <pc:spChg chg="mod">
          <ac:chgData name="He Li" userId="d9c76fd2-938e-46d4-9025-cac18f4a4a12" providerId="ADAL" clId="{54EFC9FA-D782-42E7-87AF-E86FD73970F4}" dt="2020-10-04T21:00:30.051" v="396" actId="1076"/>
          <ac:spMkLst>
            <pc:docMk/>
            <pc:sldMk cId="1293065336" sldId="259"/>
            <ac:spMk id="3" creationId="{90C32453-6F64-4E3E-8799-CBFF95843D68}"/>
          </ac:spMkLst>
        </pc:spChg>
        <pc:picChg chg="mod">
          <ac:chgData name="He Li" userId="d9c76fd2-938e-46d4-9025-cac18f4a4a12" providerId="ADAL" clId="{54EFC9FA-D782-42E7-87AF-E86FD73970F4}" dt="2020-10-10T02:34:10.242" v="2369"/>
          <ac:picMkLst>
            <pc:docMk/>
            <pc:sldMk cId="1293065336" sldId="259"/>
            <ac:picMk id="5" creationId="{5A183B34-974B-48BD-87C4-A385AB7543D7}"/>
          </ac:picMkLst>
        </pc:picChg>
      </pc:sldChg>
      <pc:sldChg chg="modNotesTx">
        <pc:chgData name="He Li" userId="d9c76fd2-938e-46d4-9025-cac18f4a4a12" providerId="ADAL" clId="{54EFC9FA-D782-42E7-87AF-E86FD73970F4}" dt="2020-10-10T01:55:17.362" v="691" actId="20577"/>
        <pc:sldMkLst>
          <pc:docMk/>
          <pc:sldMk cId="1786102782" sldId="342"/>
        </pc:sldMkLst>
      </pc:sldChg>
      <pc:sldChg chg="addSp delSp modSp modNotesTx">
        <pc:chgData name="He Li" userId="d9c76fd2-938e-46d4-9025-cac18f4a4a12" providerId="ADAL" clId="{54EFC9FA-D782-42E7-87AF-E86FD73970F4}" dt="2020-10-11T05:16:30.781" v="3201" actId="20577"/>
        <pc:sldMkLst>
          <pc:docMk/>
          <pc:sldMk cId="446760665" sldId="343"/>
        </pc:sldMkLst>
        <pc:spChg chg="mod">
          <ac:chgData name="He Li" userId="d9c76fd2-938e-46d4-9025-cac18f4a4a12" providerId="ADAL" clId="{54EFC9FA-D782-42E7-87AF-E86FD73970F4}" dt="2020-10-04T20:42:30.089" v="64" actId="1038"/>
          <ac:spMkLst>
            <pc:docMk/>
            <pc:sldMk cId="446760665" sldId="343"/>
            <ac:spMk id="2" creationId="{99791057-25DF-46C9-9EF0-0FEDC79E0A41}"/>
          </ac:spMkLst>
        </pc:spChg>
        <pc:spChg chg="del mod">
          <ac:chgData name="He Li" userId="d9c76fd2-938e-46d4-9025-cac18f4a4a12" providerId="ADAL" clId="{54EFC9FA-D782-42E7-87AF-E86FD73970F4}" dt="2020-10-04T20:35:13.398" v="20" actId="478"/>
          <ac:spMkLst>
            <pc:docMk/>
            <pc:sldMk cId="446760665" sldId="343"/>
            <ac:spMk id="3" creationId="{C2D9F86D-29EE-4513-A405-BEA81224AC13}"/>
          </ac:spMkLst>
        </pc:spChg>
        <pc:spChg chg="add del mod">
          <ac:chgData name="He Li" userId="d9c76fd2-938e-46d4-9025-cac18f4a4a12" providerId="ADAL" clId="{54EFC9FA-D782-42E7-87AF-E86FD73970F4}" dt="2020-10-04T20:35:19.091" v="21" actId="478"/>
          <ac:spMkLst>
            <pc:docMk/>
            <pc:sldMk cId="446760665" sldId="343"/>
            <ac:spMk id="7" creationId="{ED326CD0-C29A-45E9-BEA3-9293ACCC22A6}"/>
          </ac:spMkLst>
        </pc:spChg>
        <pc:graphicFrameChg chg="add del mod">
          <ac:chgData name="He Li" userId="d9c76fd2-938e-46d4-9025-cac18f4a4a12" providerId="ADAL" clId="{54EFC9FA-D782-42E7-87AF-E86FD73970F4}" dt="2020-10-04T20:33:46.179" v="10" actId="1032"/>
          <ac:graphicFrameMkLst>
            <pc:docMk/>
            <pc:sldMk cId="446760665" sldId="343"/>
            <ac:graphicFrameMk id="4" creationId="{832C94B9-32AC-43D5-9141-E6F01E17AC09}"/>
          </ac:graphicFrameMkLst>
        </pc:graphicFrameChg>
        <pc:graphicFrameChg chg="add mod">
          <ac:chgData name="He Li" userId="d9c76fd2-938e-46d4-9025-cac18f4a4a12" providerId="ADAL" clId="{54EFC9FA-D782-42E7-87AF-E86FD73970F4}" dt="2020-10-04T20:41:36.945" v="49" actId="113"/>
          <ac:graphicFrameMkLst>
            <pc:docMk/>
            <pc:sldMk cId="446760665" sldId="343"/>
            <ac:graphicFrameMk id="5" creationId="{B6A4621E-F2D6-4E67-9698-AB989401D237}"/>
          </ac:graphicFrameMkLst>
        </pc:graphicFrameChg>
      </pc:sldChg>
      <pc:sldChg chg="addSp delSp modSp modNotesTx">
        <pc:chgData name="He Li" userId="d9c76fd2-938e-46d4-9025-cac18f4a4a12" providerId="ADAL" clId="{54EFC9FA-D782-42E7-87AF-E86FD73970F4}" dt="2020-10-10T02:07:05.921" v="882" actId="20577"/>
        <pc:sldMkLst>
          <pc:docMk/>
          <pc:sldMk cId="1974749917" sldId="344"/>
        </pc:sldMkLst>
        <pc:spChg chg="del">
          <ac:chgData name="He Li" userId="d9c76fd2-938e-46d4-9025-cac18f4a4a12" providerId="ADAL" clId="{54EFC9FA-D782-42E7-87AF-E86FD73970F4}" dt="2020-10-04T20:45:12.310" v="90" actId="478"/>
          <ac:spMkLst>
            <pc:docMk/>
            <pc:sldMk cId="1974749917" sldId="344"/>
            <ac:spMk id="2" creationId="{AA708A63-C475-4F44-A411-02E0C1CA9D43}"/>
          </ac:spMkLst>
        </pc:spChg>
        <pc:spChg chg="del mod">
          <ac:chgData name="He Li" userId="d9c76fd2-938e-46d4-9025-cac18f4a4a12" providerId="ADAL" clId="{54EFC9FA-D782-42E7-87AF-E86FD73970F4}" dt="2020-10-04T20:48:13.450" v="168" actId="478"/>
          <ac:spMkLst>
            <pc:docMk/>
            <pc:sldMk cId="1974749917" sldId="344"/>
            <ac:spMk id="3" creationId="{E7C60425-3607-4996-8F48-7FAEC339A13E}"/>
          </ac:spMkLst>
        </pc:spChg>
        <pc:spChg chg="add mod">
          <ac:chgData name="He Li" userId="d9c76fd2-938e-46d4-9025-cac18f4a4a12" providerId="ADAL" clId="{54EFC9FA-D782-42E7-87AF-E86FD73970F4}" dt="2020-10-04T20:47:44.262" v="165" actId="13822"/>
          <ac:spMkLst>
            <pc:docMk/>
            <pc:sldMk cId="1974749917" sldId="344"/>
            <ac:spMk id="5" creationId="{85078FC5-5698-4362-A398-247853202049}"/>
          </ac:spMkLst>
        </pc:spChg>
        <pc:spChg chg="add del mod">
          <ac:chgData name="He Li" userId="d9c76fd2-938e-46d4-9025-cac18f4a4a12" providerId="ADAL" clId="{54EFC9FA-D782-42E7-87AF-E86FD73970F4}" dt="2020-10-04T20:45:13.468" v="91" actId="478"/>
          <ac:spMkLst>
            <pc:docMk/>
            <pc:sldMk cId="1974749917" sldId="344"/>
            <ac:spMk id="7" creationId="{939CBACE-90B4-4544-8F00-5B15CEE3BADE}"/>
          </ac:spMkLst>
        </pc:spChg>
        <pc:spChg chg="add mod">
          <ac:chgData name="He Li" userId="d9c76fd2-938e-46d4-9025-cac18f4a4a12" providerId="ADAL" clId="{54EFC9FA-D782-42E7-87AF-E86FD73970F4}" dt="2020-10-04T20:47:57.038" v="167" actId="13822"/>
          <ac:spMkLst>
            <pc:docMk/>
            <pc:sldMk cId="1974749917" sldId="344"/>
            <ac:spMk id="8" creationId="{9A8812A0-AD33-4AF2-A94E-C18A7F77F982}"/>
          </ac:spMkLst>
        </pc:spChg>
        <pc:spChg chg="add del mod">
          <ac:chgData name="He Li" userId="d9c76fd2-938e-46d4-9025-cac18f4a4a12" providerId="ADAL" clId="{54EFC9FA-D782-42E7-87AF-E86FD73970F4}" dt="2020-10-04T20:48:16.321" v="169" actId="478"/>
          <ac:spMkLst>
            <pc:docMk/>
            <pc:sldMk cId="1974749917" sldId="344"/>
            <ac:spMk id="10" creationId="{DBC0D783-03B7-4585-B81C-DE1506C5BF13}"/>
          </ac:spMkLst>
        </pc:spChg>
        <pc:picChg chg="mod">
          <ac:chgData name="He Li" userId="d9c76fd2-938e-46d4-9025-cac18f4a4a12" providerId="ADAL" clId="{54EFC9FA-D782-42E7-87AF-E86FD73970F4}" dt="2020-10-04T20:46:48.344" v="130" actId="1036"/>
          <ac:picMkLst>
            <pc:docMk/>
            <pc:sldMk cId="1974749917" sldId="344"/>
            <ac:picMk id="4" creationId="{838E9A8F-6BF4-49A6-A74A-E52CC5EF8E01}"/>
          </ac:picMkLst>
        </pc:picChg>
      </pc:sldChg>
      <pc:sldChg chg="addSp delSp modSp addCm delCm modNotesTx">
        <pc:chgData name="He Li" userId="d9c76fd2-938e-46d4-9025-cac18f4a4a12" providerId="ADAL" clId="{54EFC9FA-D782-42E7-87AF-E86FD73970F4}" dt="2020-10-10T02:11:57.047" v="988" actId="1035"/>
        <pc:sldMkLst>
          <pc:docMk/>
          <pc:sldMk cId="2567120935" sldId="345"/>
        </pc:sldMkLst>
        <pc:spChg chg="mod">
          <ac:chgData name="He Li" userId="d9c76fd2-938e-46d4-9025-cac18f4a4a12" providerId="ADAL" clId="{54EFC9FA-D782-42E7-87AF-E86FD73970F4}" dt="2020-10-10T02:11:57.047" v="988" actId="1035"/>
          <ac:spMkLst>
            <pc:docMk/>
            <pc:sldMk cId="2567120935" sldId="345"/>
            <ac:spMk id="2" creationId="{79690BC9-2337-44D8-8D71-B0CAD123BB7E}"/>
          </ac:spMkLst>
        </pc:spChg>
        <pc:spChg chg="add del mod">
          <ac:chgData name="He Li" userId="d9c76fd2-938e-46d4-9025-cac18f4a4a12" providerId="ADAL" clId="{54EFC9FA-D782-42E7-87AF-E86FD73970F4}" dt="2020-10-10T02:11:16.760" v="945" actId="478"/>
          <ac:spMkLst>
            <pc:docMk/>
            <pc:sldMk cId="2567120935" sldId="345"/>
            <ac:spMk id="3" creationId="{53536D34-2E67-48AD-B012-9C5647FCD6A6}"/>
          </ac:spMkLst>
        </pc:spChg>
        <pc:spChg chg="del mod">
          <ac:chgData name="He Li" userId="d9c76fd2-938e-46d4-9025-cac18f4a4a12" providerId="ADAL" clId="{54EFC9FA-D782-42E7-87AF-E86FD73970F4}" dt="2020-10-04T20:53:07.039" v="215" actId="478"/>
          <ac:spMkLst>
            <pc:docMk/>
            <pc:sldMk cId="2567120935" sldId="345"/>
            <ac:spMk id="5" creationId="{9BA46675-0394-4C5D-B798-AD77E30D9D7B}"/>
          </ac:spMkLst>
        </pc:spChg>
        <pc:spChg chg="add del mod">
          <ac:chgData name="He Li" userId="d9c76fd2-938e-46d4-9025-cac18f4a4a12" providerId="ADAL" clId="{54EFC9FA-D782-42E7-87AF-E86FD73970F4}" dt="2020-10-10T02:11:14.820" v="944" actId="478"/>
          <ac:spMkLst>
            <pc:docMk/>
            <pc:sldMk cId="2567120935" sldId="345"/>
            <ac:spMk id="6" creationId="{663E336B-5B49-40B4-A061-B15E0A06AFFD}"/>
          </ac:spMkLst>
        </pc:spChg>
        <pc:picChg chg="mod">
          <ac:chgData name="He Li" userId="d9c76fd2-938e-46d4-9025-cac18f4a4a12" providerId="ADAL" clId="{54EFC9FA-D782-42E7-87AF-E86FD73970F4}" dt="2020-10-10T02:11:30.991" v="964" actId="1036"/>
          <ac:picMkLst>
            <pc:docMk/>
            <pc:sldMk cId="2567120935" sldId="345"/>
            <ac:picMk id="4" creationId="{7E06BD0E-55CF-470C-BF76-D4850B40643B}"/>
          </ac:picMkLst>
        </pc:picChg>
        <pc:cxnChg chg="add del mod">
          <ac:chgData name="He Li" userId="d9c76fd2-938e-46d4-9025-cac18f4a4a12" providerId="ADAL" clId="{54EFC9FA-D782-42E7-87AF-E86FD73970F4}" dt="2020-10-10T02:11:10.713" v="941" actId="478"/>
          <ac:cxnSpMkLst>
            <pc:docMk/>
            <pc:sldMk cId="2567120935" sldId="345"/>
            <ac:cxnSpMk id="8" creationId="{0BA7428C-6557-46E3-A014-027A43F749C7}"/>
          </ac:cxnSpMkLst>
        </pc:cxnChg>
        <pc:cxnChg chg="add del mod">
          <ac:chgData name="He Li" userId="d9c76fd2-938e-46d4-9025-cac18f4a4a12" providerId="ADAL" clId="{54EFC9FA-D782-42E7-87AF-E86FD73970F4}" dt="2020-10-10T02:11:12.647" v="942" actId="478"/>
          <ac:cxnSpMkLst>
            <pc:docMk/>
            <pc:sldMk cId="2567120935" sldId="345"/>
            <ac:cxnSpMk id="10" creationId="{66CB32BE-2554-428E-AA12-087392B3D453}"/>
          </ac:cxnSpMkLst>
        </pc:cxnChg>
      </pc:sldChg>
      <pc:sldChg chg="modSp">
        <pc:chgData name="He Li" userId="d9c76fd2-938e-46d4-9025-cac18f4a4a12" providerId="ADAL" clId="{54EFC9FA-D782-42E7-87AF-E86FD73970F4}" dt="2020-10-10T02:21:05.971" v="1003"/>
        <pc:sldMkLst>
          <pc:docMk/>
          <pc:sldMk cId="2966150989" sldId="346"/>
        </pc:sldMkLst>
        <pc:spChg chg="mod">
          <ac:chgData name="He Li" userId="d9c76fd2-938e-46d4-9025-cac18f4a4a12" providerId="ADAL" clId="{54EFC9FA-D782-42E7-87AF-E86FD73970F4}" dt="2020-10-04T20:58:09.776" v="315" actId="1076"/>
          <ac:spMkLst>
            <pc:docMk/>
            <pc:sldMk cId="2966150989" sldId="346"/>
            <ac:spMk id="2" creationId="{20CA5F9A-A910-4A4D-9A5B-BB2E9FBA9086}"/>
          </ac:spMkLst>
        </pc:spChg>
        <pc:picChg chg="mod">
          <ac:chgData name="He Li" userId="d9c76fd2-938e-46d4-9025-cac18f4a4a12" providerId="ADAL" clId="{54EFC9FA-D782-42E7-87AF-E86FD73970F4}" dt="2020-10-10T02:21:05.971" v="1003"/>
          <ac:picMkLst>
            <pc:docMk/>
            <pc:sldMk cId="2966150989" sldId="346"/>
            <ac:picMk id="4" creationId="{99D14698-A7AD-4BAB-A783-01865B042D39}"/>
          </ac:picMkLst>
        </pc:picChg>
      </pc:sldChg>
      <pc:sldChg chg="modSp modNotesTx">
        <pc:chgData name="He Li" userId="d9c76fd2-938e-46d4-9025-cac18f4a4a12" providerId="ADAL" clId="{54EFC9FA-D782-42E7-87AF-E86FD73970F4}" dt="2020-10-11T20:16:20.347" v="3205" actId="20577"/>
        <pc:sldMkLst>
          <pc:docMk/>
          <pc:sldMk cId="1468600133" sldId="347"/>
        </pc:sldMkLst>
        <pc:spChg chg="mod">
          <ac:chgData name="He Li" userId="d9c76fd2-938e-46d4-9025-cac18f4a4a12" providerId="ADAL" clId="{54EFC9FA-D782-42E7-87AF-E86FD73970F4}" dt="2020-10-04T20:58:16.291" v="317" actId="1076"/>
          <ac:spMkLst>
            <pc:docMk/>
            <pc:sldMk cId="1468600133" sldId="347"/>
            <ac:spMk id="2" creationId="{B0E1C023-01B3-4F6E-BBC3-9ADDC15D9DCD}"/>
          </ac:spMkLst>
        </pc:spChg>
        <pc:spChg chg="mod">
          <ac:chgData name="He Li" userId="d9c76fd2-938e-46d4-9025-cac18f4a4a12" providerId="ADAL" clId="{54EFC9FA-D782-42E7-87AF-E86FD73970F4}" dt="2020-10-04T20:58:20.865" v="319" actId="1076"/>
          <ac:spMkLst>
            <pc:docMk/>
            <pc:sldMk cId="1468600133" sldId="347"/>
            <ac:spMk id="3" creationId="{387B0B50-4278-469E-B633-634ACC504D8B}"/>
          </ac:spMkLst>
        </pc:spChg>
        <pc:picChg chg="mod">
          <ac:chgData name="He Li" userId="d9c76fd2-938e-46d4-9025-cac18f4a4a12" providerId="ADAL" clId="{54EFC9FA-D782-42E7-87AF-E86FD73970F4}" dt="2020-10-10T02:21:17.148" v="1004"/>
          <ac:picMkLst>
            <pc:docMk/>
            <pc:sldMk cId="1468600133" sldId="347"/>
            <ac:picMk id="5" creationId="{FB667714-A2F2-42DA-A4F1-6CB0E81BFF7B}"/>
          </ac:picMkLst>
        </pc:picChg>
      </pc:sldChg>
      <pc:sldChg chg="modSp ord modNotesTx">
        <pc:chgData name="He Li" userId="d9c76fd2-938e-46d4-9025-cac18f4a4a12" providerId="ADAL" clId="{54EFC9FA-D782-42E7-87AF-E86FD73970F4}" dt="2020-10-10T02:20:42.304" v="1002" actId="20577"/>
        <pc:sldMkLst>
          <pc:docMk/>
          <pc:sldMk cId="3883560742" sldId="348"/>
        </pc:sldMkLst>
        <pc:spChg chg="mod">
          <ac:chgData name="He Li" userId="d9c76fd2-938e-46d4-9025-cac18f4a4a12" providerId="ADAL" clId="{54EFC9FA-D782-42E7-87AF-E86FD73970F4}" dt="2020-10-04T20:58:37.511" v="329" actId="1038"/>
          <ac:spMkLst>
            <pc:docMk/>
            <pc:sldMk cId="3883560742" sldId="348"/>
            <ac:spMk id="2" creationId="{F2120885-0334-40CF-9412-43E2E76D0F3C}"/>
          </ac:spMkLst>
        </pc:spChg>
        <pc:picChg chg="mod">
          <ac:chgData name="He Li" userId="d9c76fd2-938e-46d4-9025-cac18f4a4a12" providerId="ADAL" clId="{54EFC9FA-D782-42E7-87AF-E86FD73970F4}" dt="2020-10-04T20:58:29.285" v="321" actId="1076"/>
          <ac:picMkLst>
            <pc:docMk/>
            <pc:sldMk cId="3883560742" sldId="348"/>
            <ac:picMk id="4" creationId="{F8E667D4-3BE3-4B1E-BA20-FF9D19150FA8}"/>
          </ac:picMkLst>
        </pc:picChg>
      </pc:sldChg>
      <pc:sldChg chg="modSp modNotesTx">
        <pc:chgData name="He Li" userId="d9c76fd2-938e-46d4-9025-cac18f4a4a12" providerId="ADAL" clId="{54EFC9FA-D782-42E7-87AF-E86FD73970F4}" dt="2020-10-10T02:42:12.101" v="2400"/>
        <pc:sldMkLst>
          <pc:docMk/>
          <pc:sldMk cId="1968765254" sldId="349"/>
        </pc:sldMkLst>
        <pc:picChg chg="mod">
          <ac:chgData name="He Li" userId="d9c76fd2-938e-46d4-9025-cac18f4a4a12" providerId="ADAL" clId="{54EFC9FA-D782-42E7-87AF-E86FD73970F4}" dt="2020-10-10T02:42:12.101" v="2400"/>
          <ac:picMkLst>
            <pc:docMk/>
            <pc:sldMk cId="1968765254" sldId="349"/>
            <ac:picMk id="5" creationId="{ED40E1C7-26D2-4E44-BE6F-FA814EAA762D}"/>
          </ac:picMkLst>
        </pc:picChg>
      </pc:sldChg>
      <pc:sldChg chg="modSp">
        <pc:chgData name="He Li" userId="d9c76fd2-938e-46d4-9025-cac18f4a4a12" providerId="ADAL" clId="{54EFC9FA-D782-42E7-87AF-E86FD73970F4}" dt="2020-10-10T02:34:39.395" v="2371"/>
        <pc:sldMkLst>
          <pc:docMk/>
          <pc:sldMk cId="4181857888" sldId="350"/>
        </pc:sldMkLst>
        <pc:spChg chg="mod">
          <ac:chgData name="He Li" userId="d9c76fd2-938e-46d4-9025-cac18f4a4a12" providerId="ADAL" clId="{54EFC9FA-D782-42E7-87AF-E86FD73970F4}" dt="2020-10-10T02:32:34.526" v="2362" actId="1076"/>
          <ac:spMkLst>
            <pc:docMk/>
            <pc:sldMk cId="4181857888" sldId="350"/>
            <ac:spMk id="3" creationId="{9F4F28B1-B58E-425B-B447-4521DB02DFDA}"/>
          </ac:spMkLst>
        </pc:spChg>
        <pc:picChg chg="mod">
          <ac:chgData name="He Li" userId="d9c76fd2-938e-46d4-9025-cac18f4a4a12" providerId="ADAL" clId="{54EFC9FA-D782-42E7-87AF-E86FD73970F4}" dt="2020-10-10T02:34:39.395" v="2371"/>
          <ac:picMkLst>
            <pc:docMk/>
            <pc:sldMk cId="4181857888" sldId="350"/>
            <ac:picMk id="4" creationId="{7E6326E4-C077-4267-88B6-7CB076F3CD40}"/>
          </ac:picMkLst>
        </pc:picChg>
      </pc:sldChg>
      <pc:sldChg chg="modSp modNotesTx">
        <pc:chgData name="He Li" userId="d9c76fd2-938e-46d4-9025-cac18f4a4a12" providerId="ADAL" clId="{54EFC9FA-D782-42E7-87AF-E86FD73970F4}" dt="2020-10-11T01:07:59.260" v="3121" actId="20577"/>
        <pc:sldMkLst>
          <pc:docMk/>
          <pc:sldMk cId="341020584" sldId="351"/>
        </pc:sldMkLst>
        <pc:spChg chg="mod">
          <ac:chgData name="He Li" userId="d9c76fd2-938e-46d4-9025-cac18f4a4a12" providerId="ADAL" clId="{54EFC9FA-D782-42E7-87AF-E86FD73970F4}" dt="2020-10-04T21:00:44.149" v="411" actId="1035"/>
          <ac:spMkLst>
            <pc:docMk/>
            <pc:sldMk cId="341020584" sldId="351"/>
            <ac:spMk id="2" creationId="{7C5CAE08-5947-4402-ADB1-332F095C0D79}"/>
          </ac:spMkLst>
        </pc:spChg>
        <pc:picChg chg="mod">
          <ac:chgData name="He Li" userId="d9c76fd2-938e-46d4-9025-cac18f4a4a12" providerId="ADAL" clId="{54EFC9FA-D782-42E7-87AF-E86FD73970F4}" dt="2020-10-10T02:34:59.900" v="2374" actId="1076"/>
          <ac:picMkLst>
            <pc:docMk/>
            <pc:sldMk cId="341020584" sldId="351"/>
            <ac:picMk id="4" creationId="{5FB2710E-4AC3-417D-9D9C-6BC0EAD31979}"/>
          </ac:picMkLst>
        </pc:picChg>
      </pc:sldChg>
      <pc:sldChg chg="modSp modNotesTx">
        <pc:chgData name="He Li" userId="d9c76fd2-938e-46d4-9025-cac18f4a4a12" providerId="ADAL" clId="{54EFC9FA-D782-42E7-87AF-E86FD73970F4}" dt="2020-10-10T02:37:33.400" v="2389" actId="113"/>
        <pc:sldMkLst>
          <pc:docMk/>
          <pc:sldMk cId="378247529" sldId="352"/>
        </pc:sldMkLst>
        <pc:spChg chg="mod">
          <ac:chgData name="He Li" userId="d9c76fd2-938e-46d4-9025-cac18f4a4a12" providerId="ADAL" clId="{54EFC9FA-D782-42E7-87AF-E86FD73970F4}" dt="2020-10-04T21:00:54.855" v="423" actId="1035"/>
          <ac:spMkLst>
            <pc:docMk/>
            <pc:sldMk cId="378247529" sldId="352"/>
            <ac:spMk id="2" creationId="{1D8E9352-E6F8-41B3-B4FB-93E793DA3742}"/>
          </ac:spMkLst>
        </pc:spChg>
        <pc:spChg chg="mod">
          <ac:chgData name="He Li" userId="d9c76fd2-938e-46d4-9025-cac18f4a4a12" providerId="ADAL" clId="{54EFC9FA-D782-42E7-87AF-E86FD73970F4}" dt="2020-10-10T02:37:33.400" v="2389" actId="113"/>
          <ac:spMkLst>
            <pc:docMk/>
            <pc:sldMk cId="378247529" sldId="352"/>
            <ac:spMk id="3" creationId="{3E92527F-3475-4928-86E1-840B9F342101}"/>
          </ac:spMkLst>
        </pc:spChg>
      </pc:sldChg>
      <pc:sldChg chg="modSp modNotesTx">
        <pc:chgData name="He Li" userId="d9c76fd2-938e-46d4-9025-cac18f4a4a12" providerId="ADAL" clId="{54EFC9FA-D782-42E7-87AF-E86FD73970F4}" dt="2020-10-12T02:37:43.611" v="3229" actId="1035"/>
        <pc:sldMkLst>
          <pc:docMk/>
          <pc:sldMk cId="593748184" sldId="353"/>
        </pc:sldMkLst>
        <pc:spChg chg="mod">
          <ac:chgData name="He Li" userId="d9c76fd2-938e-46d4-9025-cac18f4a4a12" providerId="ADAL" clId="{54EFC9FA-D782-42E7-87AF-E86FD73970F4}" dt="2020-10-04T21:01:01.607" v="435" actId="1035"/>
          <ac:spMkLst>
            <pc:docMk/>
            <pc:sldMk cId="593748184" sldId="353"/>
            <ac:spMk id="2" creationId="{1D8E9352-E6F8-41B3-B4FB-93E793DA3742}"/>
          </ac:spMkLst>
        </pc:spChg>
        <pc:spChg chg="mod">
          <ac:chgData name="He Li" userId="d9c76fd2-938e-46d4-9025-cac18f4a4a12" providerId="ADAL" clId="{54EFC9FA-D782-42E7-87AF-E86FD73970F4}" dt="2020-10-04T21:01:15.121" v="442" actId="20577"/>
          <ac:spMkLst>
            <pc:docMk/>
            <pc:sldMk cId="593748184" sldId="353"/>
            <ac:spMk id="3" creationId="{3E92527F-3475-4928-86E1-840B9F342101}"/>
          </ac:spMkLst>
        </pc:spChg>
        <pc:spChg chg="mod">
          <ac:chgData name="He Li" userId="d9c76fd2-938e-46d4-9025-cac18f4a4a12" providerId="ADAL" clId="{54EFC9FA-D782-42E7-87AF-E86FD73970F4}" dt="2020-10-12T02:37:40.007" v="3227" actId="1035"/>
          <ac:spMkLst>
            <pc:docMk/>
            <pc:sldMk cId="593748184" sldId="353"/>
            <ac:spMk id="7" creationId="{47EB7E5C-C240-4EA5-8C17-C7E96C568610}"/>
          </ac:spMkLst>
        </pc:spChg>
        <pc:picChg chg="mod">
          <ac:chgData name="He Li" userId="d9c76fd2-938e-46d4-9025-cac18f4a4a12" providerId="ADAL" clId="{54EFC9FA-D782-42E7-87AF-E86FD73970F4}" dt="2020-10-12T02:37:43.611" v="3229" actId="1035"/>
          <ac:picMkLst>
            <pc:docMk/>
            <pc:sldMk cId="593748184" sldId="353"/>
            <ac:picMk id="6" creationId="{BE0069FB-36F4-4C34-A99F-744797AD996D}"/>
          </ac:picMkLst>
        </pc:picChg>
      </pc:sldChg>
      <pc:sldChg chg="modSp">
        <pc:chgData name="He Li" userId="d9c76fd2-938e-46d4-9025-cac18f4a4a12" providerId="ADAL" clId="{54EFC9FA-D782-42E7-87AF-E86FD73970F4}" dt="2020-10-10T02:41:47.196" v="2398"/>
        <pc:sldMkLst>
          <pc:docMk/>
          <pc:sldMk cId="2871710320" sldId="366"/>
        </pc:sldMkLst>
        <pc:spChg chg="mod">
          <ac:chgData name="He Li" userId="d9c76fd2-938e-46d4-9025-cac18f4a4a12" providerId="ADAL" clId="{54EFC9FA-D782-42E7-87AF-E86FD73970F4}" dt="2020-10-04T21:01:43.867" v="486" actId="14100"/>
          <ac:spMkLst>
            <pc:docMk/>
            <pc:sldMk cId="2871710320" sldId="366"/>
            <ac:spMk id="3" creationId="{9B7512B4-A8CB-4335-A1DB-EC3B2B8CC911}"/>
          </ac:spMkLst>
        </pc:spChg>
        <pc:spChg chg="mod">
          <ac:chgData name="He Li" userId="d9c76fd2-938e-46d4-9025-cac18f4a4a12" providerId="ADAL" clId="{54EFC9FA-D782-42E7-87AF-E86FD73970F4}" dt="2020-10-04T21:01:37.539" v="484" actId="1035"/>
          <ac:spMkLst>
            <pc:docMk/>
            <pc:sldMk cId="2871710320" sldId="366"/>
            <ac:spMk id="4" creationId="{4F8D0BF7-2A1A-4586-BA6B-324EFFA26042}"/>
          </ac:spMkLst>
        </pc:spChg>
        <pc:picChg chg="mod">
          <ac:chgData name="He Li" userId="d9c76fd2-938e-46d4-9025-cac18f4a4a12" providerId="ADAL" clId="{54EFC9FA-D782-42E7-87AF-E86FD73970F4}" dt="2020-10-10T02:41:47.196" v="2398"/>
          <ac:picMkLst>
            <pc:docMk/>
            <pc:sldMk cId="2871710320" sldId="366"/>
            <ac:picMk id="5" creationId="{028028F4-0848-4308-918C-8A720957BFF7}"/>
          </ac:picMkLst>
        </pc:picChg>
      </pc:sldChg>
      <pc:sldChg chg="modSp">
        <pc:chgData name="He Li" userId="d9c76fd2-938e-46d4-9025-cac18f4a4a12" providerId="ADAL" clId="{54EFC9FA-D782-42E7-87AF-E86FD73970F4}" dt="2020-10-04T21:01:51.378" v="488" actId="404"/>
        <pc:sldMkLst>
          <pc:docMk/>
          <pc:sldMk cId="1004521096" sldId="367"/>
        </pc:sldMkLst>
        <pc:spChg chg="mod">
          <ac:chgData name="He Li" userId="d9c76fd2-938e-46d4-9025-cac18f4a4a12" providerId="ADAL" clId="{54EFC9FA-D782-42E7-87AF-E86FD73970F4}" dt="2020-10-04T21:01:51.378" v="488" actId="404"/>
          <ac:spMkLst>
            <pc:docMk/>
            <pc:sldMk cId="1004521096" sldId="367"/>
            <ac:spMk id="3" creationId="{36259601-8F78-4706-80A7-73A1FC3D89E5}"/>
          </ac:spMkLst>
        </pc:spChg>
      </pc:sldChg>
      <pc:sldChg chg="modSp">
        <pc:chgData name="He Li" userId="d9c76fd2-938e-46d4-9025-cac18f4a4a12" providerId="ADAL" clId="{54EFC9FA-D782-42E7-87AF-E86FD73970F4}" dt="2020-10-10T02:41:31.642" v="2397"/>
        <pc:sldMkLst>
          <pc:docMk/>
          <pc:sldMk cId="3917080379" sldId="368"/>
        </pc:sldMkLst>
        <pc:picChg chg="mod">
          <ac:chgData name="He Li" userId="d9c76fd2-938e-46d4-9025-cac18f4a4a12" providerId="ADAL" clId="{54EFC9FA-D782-42E7-87AF-E86FD73970F4}" dt="2020-10-10T02:41:31.642" v="2397"/>
          <ac:picMkLst>
            <pc:docMk/>
            <pc:sldMk cId="3917080379" sldId="368"/>
            <ac:picMk id="4" creationId="{ABFD2B15-B78B-4D15-A68A-A3BF6E246725}"/>
          </ac:picMkLst>
        </pc:picChg>
      </pc:sldChg>
      <pc:sldChg chg="modSp modNotesTx">
        <pc:chgData name="He Li" userId="d9c76fd2-938e-46d4-9025-cac18f4a4a12" providerId="ADAL" clId="{54EFC9FA-D782-42E7-87AF-E86FD73970F4}" dt="2020-10-10T02:45:44.005" v="2425" actId="20577"/>
        <pc:sldMkLst>
          <pc:docMk/>
          <pc:sldMk cId="1390590099" sldId="369"/>
        </pc:sldMkLst>
        <pc:spChg chg="mod">
          <ac:chgData name="He Li" userId="d9c76fd2-938e-46d4-9025-cac18f4a4a12" providerId="ADAL" clId="{54EFC9FA-D782-42E7-87AF-E86FD73970F4}" dt="2020-10-10T02:44:12.041" v="2412" actId="1035"/>
          <ac:spMkLst>
            <pc:docMk/>
            <pc:sldMk cId="1390590099" sldId="369"/>
            <ac:spMk id="3" creationId="{14FBB0A0-E82B-4CB7-B9E4-7FF4B6512C7C}"/>
          </ac:spMkLst>
        </pc:spChg>
        <pc:picChg chg="mod">
          <ac:chgData name="He Li" userId="d9c76fd2-938e-46d4-9025-cac18f4a4a12" providerId="ADAL" clId="{54EFC9FA-D782-42E7-87AF-E86FD73970F4}" dt="2020-10-10T02:44:06.754" v="2410" actId="1038"/>
          <ac:picMkLst>
            <pc:docMk/>
            <pc:sldMk cId="1390590099" sldId="369"/>
            <ac:picMk id="5" creationId="{5B912874-B4C3-49CD-BCEE-02CB15116E5E}"/>
          </ac:picMkLst>
        </pc:picChg>
      </pc:sldChg>
      <pc:sldChg chg="modSp">
        <pc:chgData name="He Li" userId="d9c76fd2-938e-46d4-9025-cac18f4a4a12" providerId="ADAL" clId="{54EFC9FA-D782-42E7-87AF-E86FD73970F4}" dt="2020-10-10T02:50:34.682" v="2437"/>
        <pc:sldMkLst>
          <pc:docMk/>
          <pc:sldMk cId="1008541413" sldId="370"/>
        </pc:sldMkLst>
        <pc:picChg chg="mod">
          <ac:chgData name="He Li" userId="d9c76fd2-938e-46d4-9025-cac18f4a4a12" providerId="ADAL" clId="{54EFC9FA-D782-42E7-87AF-E86FD73970F4}" dt="2020-10-10T02:50:34.682" v="2437"/>
          <ac:picMkLst>
            <pc:docMk/>
            <pc:sldMk cId="1008541413" sldId="370"/>
            <ac:picMk id="8" creationId="{4261F8D2-C10C-4ACD-8D8D-734D53AE5A43}"/>
          </ac:picMkLst>
        </pc:picChg>
      </pc:sldChg>
      <pc:sldChg chg="addSp delSp modSp">
        <pc:chgData name="He Li" userId="d9c76fd2-938e-46d4-9025-cac18f4a4a12" providerId="ADAL" clId="{54EFC9FA-D782-42E7-87AF-E86FD73970F4}" dt="2020-10-10T02:51:10.340" v="2469" actId="1076"/>
        <pc:sldMkLst>
          <pc:docMk/>
          <pc:sldMk cId="2475647546" sldId="371"/>
        </pc:sldMkLst>
        <pc:spChg chg="mod">
          <ac:chgData name="He Li" userId="d9c76fd2-938e-46d4-9025-cac18f4a4a12" providerId="ADAL" clId="{54EFC9FA-D782-42E7-87AF-E86FD73970F4}" dt="2020-10-10T02:50:56.832" v="2444" actId="1035"/>
          <ac:spMkLst>
            <pc:docMk/>
            <pc:sldMk cId="2475647546" sldId="371"/>
            <ac:spMk id="2" creationId="{44776BCD-F751-4C8A-A182-5E8518BFA2C5}"/>
          </ac:spMkLst>
        </pc:spChg>
        <pc:spChg chg="mod">
          <ac:chgData name="He Li" userId="d9c76fd2-938e-46d4-9025-cac18f4a4a12" providerId="ADAL" clId="{54EFC9FA-D782-42E7-87AF-E86FD73970F4}" dt="2020-10-10T02:51:06.591" v="2468" actId="1035"/>
          <ac:spMkLst>
            <pc:docMk/>
            <pc:sldMk cId="2475647546" sldId="371"/>
            <ac:spMk id="3" creationId="{5129EA2C-0CD5-4350-AA24-759CA3B37CDC}"/>
          </ac:spMkLst>
        </pc:spChg>
        <pc:picChg chg="mod">
          <ac:chgData name="He Li" userId="d9c76fd2-938e-46d4-9025-cac18f4a4a12" providerId="ADAL" clId="{54EFC9FA-D782-42E7-87AF-E86FD73970F4}" dt="2020-10-10T02:51:10.340" v="2469" actId="1076"/>
          <ac:picMkLst>
            <pc:docMk/>
            <pc:sldMk cId="2475647546" sldId="371"/>
            <ac:picMk id="5" creationId="{63CAF307-D2B4-45B8-BC5C-83941D424957}"/>
          </ac:picMkLst>
        </pc:picChg>
        <pc:inkChg chg="add">
          <ac:chgData name="He Li" userId="d9c76fd2-938e-46d4-9025-cac18f4a4a12" providerId="ADAL" clId="{54EFC9FA-D782-42E7-87AF-E86FD73970F4}" dt="2020-10-10T02:49:53.221" v="2426" actId="9405"/>
          <ac:inkMkLst>
            <pc:docMk/>
            <pc:sldMk cId="2475647546" sldId="371"/>
            <ac:inkMk id="4" creationId="{6F93DE9D-35CB-4C1D-B763-84DB5940D651}"/>
          </ac:inkMkLst>
        </pc:inkChg>
        <pc:inkChg chg="add del">
          <ac:chgData name="He Li" userId="d9c76fd2-938e-46d4-9025-cac18f4a4a12" providerId="ADAL" clId="{54EFC9FA-D782-42E7-87AF-E86FD73970F4}" dt="2020-10-10T02:50:00.157" v="2432" actId="9405"/>
          <ac:inkMkLst>
            <pc:docMk/>
            <pc:sldMk cId="2475647546" sldId="371"/>
            <ac:inkMk id="6" creationId="{1ACEABF0-31CC-428B-B6D1-D8AA931A0D4E}"/>
          </ac:inkMkLst>
        </pc:inkChg>
        <pc:inkChg chg="add del">
          <ac:chgData name="He Li" userId="d9c76fd2-938e-46d4-9025-cac18f4a4a12" providerId="ADAL" clId="{54EFC9FA-D782-42E7-87AF-E86FD73970F4}" dt="2020-10-10T02:49:59.609" v="2431" actId="9405"/>
          <ac:inkMkLst>
            <pc:docMk/>
            <pc:sldMk cId="2475647546" sldId="371"/>
            <ac:inkMk id="7" creationId="{32579199-B27D-4545-8A6C-D32313AAC907}"/>
          </ac:inkMkLst>
        </pc:inkChg>
        <pc:inkChg chg="add del">
          <ac:chgData name="He Li" userId="d9c76fd2-938e-46d4-9025-cac18f4a4a12" providerId="ADAL" clId="{54EFC9FA-D782-42E7-87AF-E86FD73970F4}" dt="2020-10-10T02:49:58.964" v="2430" actId="9405"/>
          <ac:inkMkLst>
            <pc:docMk/>
            <pc:sldMk cId="2475647546" sldId="371"/>
            <ac:inkMk id="8" creationId="{49FE2978-3269-4292-9925-2643572C80F6}"/>
          </ac:inkMkLst>
        </pc:inkChg>
      </pc:sldChg>
      <pc:sldChg chg="modSp">
        <pc:chgData name="He Li" userId="d9c76fd2-938e-46d4-9025-cac18f4a4a12" providerId="ADAL" clId="{54EFC9FA-D782-42E7-87AF-E86FD73970F4}" dt="2020-10-10T02:52:45.365" v="2478" actId="1076"/>
        <pc:sldMkLst>
          <pc:docMk/>
          <pc:sldMk cId="3414375077" sldId="372"/>
        </pc:sldMkLst>
        <pc:spChg chg="mod">
          <ac:chgData name="He Li" userId="d9c76fd2-938e-46d4-9025-cac18f4a4a12" providerId="ADAL" clId="{54EFC9FA-D782-42E7-87AF-E86FD73970F4}" dt="2020-10-10T02:52:45.365" v="2478" actId="1076"/>
          <ac:spMkLst>
            <pc:docMk/>
            <pc:sldMk cId="3414375077" sldId="372"/>
            <ac:spMk id="3" creationId="{CF8F6EFD-DCFF-4C5E-9433-2F079108C2F7}"/>
          </ac:spMkLst>
        </pc:spChg>
        <pc:picChg chg="mod">
          <ac:chgData name="He Li" userId="d9c76fd2-938e-46d4-9025-cac18f4a4a12" providerId="ADAL" clId="{54EFC9FA-D782-42E7-87AF-E86FD73970F4}" dt="2020-10-10T02:52:18.805" v="2471"/>
          <ac:picMkLst>
            <pc:docMk/>
            <pc:sldMk cId="3414375077" sldId="372"/>
            <ac:picMk id="6" creationId="{6918104E-87B9-44EC-AC26-E1CC2CD8F0CB}"/>
          </ac:picMkLst>
        </pc:picChg>
        <pc:picChg chg="mod">
          <ac:chgData name="He Li" userId="d9c76fd2-938e-46d4-9025-cac18f4a4a12" providerId="ADAL" clId="{54EFC9FA-D782-42E7-87AF-E86FD73970F4}" dt="2020-10-10T02:52:28.186" v="2473"/>
          <ac:picMkLst>
            <pc:docMk/>
            <pc:sldMk cId="3414375077" sldId="372"/>
            <ac:picMk id="9" creationId="{534F3A4F-8740-4B40-BB6E-B286E025CB03}"/>
          </ac:picMkLst>
        </pc:picChg>
      </pc:sldChg>
      <pc:sldChg chg="modSp modNotesTx">
        <pc:chgData name="He Li" userId="d9c76fd2-938e-46d4-9025-cac18f4a4a12" providerId="ADAL" clId="{54EFC9FA-D782-42E7-87AF-E86FD73970F4}" dt="2020-10-11T01:40:04.612" v="3194" actId="207"/>
        <pc:sldMkLst>
          <pc:docMk/>
          <pc:sldMk cId="1550897363" sldId="373"/>
        </pc:sldMkLst>
        <pc:spChg chg="mod">
          <ac:chgData name="He Li" userId="d9c76fd2-938e-46d4-9025-cac18f4a4a12" providerId="ADAL" clId="{54EFC9FA-D782-42E7-87AF-E86FD73970F4}" dt="2020-10-11T01:39:47.770" v="3148" actId="207"/>
          <ac:spMkLst>
            <pc:docMk/>
            <pc:sldMk cId="1550897363" sldId="373"/>
            <ac:spMk id="2" creationId="{4A442D7D-C52F-4C23-90B3-A421D96FF994}"/>
          </ac:spMkLst>
        </pc:spChg>
        <pc:picChg chg="mod">
          <ac:chgData name="He Li" userId="d9c76fd2-938e-46d4-9025-cac18f4a4a12" providerId="ADAL" clId="{54EFC9FA-D782-42E7-87AF-E86FD73970F4}" dt="2020-10-10T02:55:36.780" v="2496"/>
          <ac:picMkLst>
            <pc:docMk/>
            <pc:sldMk cId="1550897363" sldId="373"/>
            <ac:picMk id="5" creationId="{0C980278-6F75-4A63-81FA-1BAF252D4152}"/>
          </ac:picMkLst>
        </pc:picChg>
        <pc:picChg chg="mod">
          <ac:chgData name="He Li" userId="d9c76fd2-938e-46d4-9025-cac18f4a4a12" providerId="ADAL" clId="{54EFC9FA-D782-42E7-87AF-E86FD73970F4}" dt="2020-10-10T02:55:45.652" v="2498"/>
          <ac:picMkLst>
            <pc:docMk/>
            <pc:sldMk cId="1550897363" sldId="373"/>
            <ac:picMk id="7" creationId="{8F546B6C-1B9A-4E93-A935-0DA9DC6E4CE0}"/>
          </ac:picMkLst>
        </pc:picChg>
      </pc:sldChg>
      <pc:sldChg chg="modSp">
        <pc:chgData name="He Li" userId="d9c76fd2-938e-46d4-9025-cac18f4a4a12" providerId="ADAL" clId="{54EFC9FA-D782-42E7-87AF-E86FD73970F4}" dt="2020-10-04T21:03:21.771" v="558" actId="1076"/>
        <pc:sldMkLst>
          <pc:docMk/>
          <pc:sldMk cId="918462823" sldId="374"/>
        </pc:sldMkLst>
        <pc:spChg chg="mod">
          <ac:chgData name="He Li" userId="d9c76fd2-938e-46d4-9025-cac18f4a4a12" providerId="ADAL" clId="{54EFC9FA-D782-42E7-87AF-E86FD73970F4}" dt="2020-10-04T21:03:19.332" v="557" actId="1076"/>
          <ac:spMkLst>
            <pc:docMk/>
            <pc:sldMk cId="918462823" sldId="374"/>
            <ac:spMk id="2" creationId="{D5216A8F-4334-46D8-A644-C9EE51E79FEE}"/>
          </ac:spMkLst>
        </pc:spChg>
        <pc:picChg chg="mod">
          <ac:chgData name="He Li" userId="d9c76fd2-938e-46d4-9025-cac18f4a4a12" providerId="ADAL" clId="{54EFC9FA-D782-42E7-87AF-E86FD73970F4}" dt="2020-10-04T21:03:21.771" v="558" actId="1076"/>
          <ac:picMkLst>
            <pc:docMk/>
            <pc:sldMk cId="918462823" sldId="374"/>
            <ac:picMk id="4" creationId="{E7279902-9421-45B4-BB46-BD4EB367163C}"/>
          </ac:picMkLst>
        </pc:picChg>
      </pc:sldChg>
      <pc:sldChg chg="addSp delSp modSp">
        <pc:chgData name="He Li" userId="d9c76fd2-938e-46d4-9025-cac18f4a4a12" providerId="ADAL" clId="{54EFC9FA-D782-42E7-87AF-E86FD73970F4}" dt="2020-10-10T02:53:41.588" v="2494" actId="1035"/>
        <pc:sldMkLst>
          <pc:docMk/>
          <pc:sldMk cId="2949945097" sldId="375"/>
        </pc:sldMkLst>
        <pc:spChg chg="mod">
          <ac:chgData name="He Li" userId="d9c76fd2-938e-46d4-9025-cac18f4a4a12" providerId="ADAL" clId="{54EFC9FA-D782-42E7-87AF-E86FD73970F4}" dt="2020-10-04T21:02:53.727" v="553" actId="1037"/>
          <ac:spMkLst>
            <pc:docMk/>
            <pc:sldMk cId="2949945097" sldId="375"/>
            <ac:spMk id="2" creationId="{CA652849-1FEB-42FC-A0D2-1949BDCEA423}"/>
          </ac:spMkLst>
        </pc:spChg>
        <pc:picChg chg="mod">
          <ac:chgData name="He Li" userId="d9c76fd2-938e-46d4-9025-cac18f4a4a12" providerId="ADAL" clId="{54EFC9FA-D782-42E7-87AF-E86FD73970F4}" dt="2020-10-10T02:53:41.588" v="2494" actId="1035"/>
          <ac:picMkLst>
            <pc:docMk/>
            <pc:sldMk cId="2949945097" sldId="375"/>
            <ac:picMk id="5" creationId="{1411202F-A869-4A3F-A4B7-2FA40CD3F894}"/>
          </ac:picMkLst>
        </pc:picChg>
        <pc:picChg chg="mod">
          <ac:chgData name="He Li" userId="d9c76fd2-938e-46d4-9025-cac18f4a4a12" providerId="ADAL" clId="{54EFC9FA-D782-42E7-87AF-E86FD73970F4}" dt="2020-10-10T02:53:33.566" v="2484"/>
          <ac:picMkLst>
            <pc:docMk/>
            <pc:sldMk cId="2949945097" sldId="375"/>
            <ac:picMk id="7" creationId="{C18B52C6-29A2-4FB8-B537-3FE50803016E}"/>
          </ac:picMkLst>
        </pc:picChg>
        <pc:inkChg chg="add del">
          <ac:chgData name="He Li" userId="d9c76fd2-938e-46d4-9025-cac18f4a4a12" providerId="ADAL" clId="{54EFC9FA-D782-42E7-87AF-E86FD73970F4}" dt="2020-10-10T02:53:15.598" v="2480" actId="9405"/>
          <ac:inkMkLst>
            <pc:docMk/>
            <pc:sldMk cId="2949945097" sldId="375"/>
            <ac:inkMk id="3" creationId="{57F3706C-FDBB-4163-BAF5-54A192536CC4}"/>
          </ac:inkMkLst>
        </pc:inkChg>
      </pc:sldChg>
      <pc:sldChg chg="addSp delSp modSp modNotesTx">
        <pc:chgData name="He Li" userId="d9c76fd2-938e-46d4-9025-cac18f4a4a12" providerId="ADAL" clId="{54EFC9FA-D782-42E7-87AF-E86FD73970F4}" dt="2020-10-10T02:16:27.424" v="994" actId="20577"/>
        <pc:sldMkLst>
          <pc:docMk/>
          <pc:sldMk cId="1007932606" sldId="378"/>
        </pc:sldMkLst>
        <pc:spChg chg="mod">
          <ac:chgData name="He Li" userId="d9c76fd2-938e-46d4-9025-cac18f4a4a12" providerId="ADAL" clId="{54EFC9FA-D782-42E7-87AF-E86FD73970F4}" dt="2020-10-04T20:57:52" v="312" actId="1076"/>
          <ac:spMkLst>
            <pc:docMk/>
            <pc:sldMk cId="1007932606" sldId="378"/>
            <ac:spMk id="2" creationId="{393EAF2E-021D-413E-810F-F03A33E35823}"/>
          </ac:spMkLst>
        </pc:spChg>
        <pc:spChg chg="del">
          <ac:chgData name="He Li" userId="d9c76fd2-938e-46d4-9025-cac18f4a4a12" providerId="ADAL" clId="{54EFC9FA-D782-42E7-87AF-E86FD73970F4}" dt="2020-10-04T20:57:20.466" v="303" actId="478"/>
          <ac:spMkLst>
            <pc:docMk/>
            <pc:sldMk cId="1007932606" sldId="378"/>
            <ac:spMk id="3" creationId="{23971432-1B4F-4E63-A90C-28C00BCBC57F}"/>
          </ac:spMkLst>
        </pc:spChg>
        <pc:spChg chg="add del mod">
          <ac:chgData name="He Li" userId="d9c76fd2-938e-46d4-9025-cac18f4a4a12" providerId="ADAL" clId="{54EFC9FA-D782-42E7-87AF-E86FD73970F4}" dt="2020-10-04T20:57:21.400" v="304" actId="478"/>
          <ac:spMkLst>
            <pc:docMk/>
            <pc:sldMk cId="1007932606" sldId="378"/>
            <ac:spMk id="6" creationId="{A5C4B0C7-A36B-4220-94A7-59CFD1D3D0BE}"/>
          </ac:spMkLst>
        </pc:spChg>
        <pc:picChg chg="mod">
          <ac:chgData name="He Li" userId="d9c76fd2-938e-46d4-9025-cac18f4a4a12" providerId="ADAL" clId="{54EFC9FA-D782-42E7-87AF-E86FD73970F4}" dt="2020-10-04T20:57:59.965" v="314" actId="1035"/>
          <ac:picMkLst>
            <pc:docMk/>
            <pc:sldMk cId="1007932606" sldId="378"/>
            <ac:picMk id="4" creationId="{F46BF4EB-AD89-4CED-92F5-C4D1C852D6D5}"/>
          </ac:picMkLst>
        </pc:picChg>
      </pc:sldChg>
      <pc:sldChg chg="modSp">
        <pc:chgData name="He Li" userId="d9c76fd2-938e-46d4-9025-cac18f4a4a12" providerId="ADAL" clId="{54EFC9FA-D782-42E7-87AF-E86FD73970F4}" dt="2020-10-04T20:56:29.844" v="241" actId="113"/>
        <pc:sldMkLst>
          <pc:docMk/>
          <pc:sldMk cId="1079918762" sldId="379"/>
        </pc:sldMkLst>
        <pc:spChg chg="mod">
          <ac:chgData name="He Li" userId="d9c76fd2-938e-46d4-9025-cac18f4a4a12" providerId="ADAL" clId="{54EFC9FA-D782-42E7-87AF-E86FD73970F4}" dt="2020-10-04T20:56:24.117" v="239" actId="113"/>
          <ac:spMkLst>
            <pc:docMk/>
            <pc:sldMk cId="1079918762" sldId="379"/>
            <ac:spMk id="4" creationId="{458493D2-4052-4648-97CD-1EEECD5E3E20}"/>
          </ac:spMkLst>
        </pc:spChg>
        <pc:spChg chg="mod">
          <ac:chgData name="He Li" userId="d9c76fd2-938e-46d4-9025-cac18f4a4a12" providerId="ADAL" clId="{54EFC9FA-D782-42E7-87AF-E86FD73970F4}" dt="2020-10-04T20:56:29.844" v="241" actId="113"/>
          <ac:spMkLst>
            <pc:docMk/>
            <pc:sldMk cId="1079918762" sldId="379"/>
            <ac:spMk id="5" creationId="{294022C6-C80C-44F8-8141-689C6BD91403}"/>
          </ac:spMkLst>
        </pc:spChg>
        <pc:spChg chg="mod">
          <ac:chgData name="He Li" userId="d9c76fd2-938e-46d4-9025-cac18f4a4a12" providerId="ADAL" clId="{54EFC9FA-D782-42E7-87AF-E86FD73970F4}" dt="2020-10-04T20:56:27.630" v="240" actId="113"/>
          <ac:spMkLst>
            <pc:docMk/>
            <pc:sldMk cId="1079918762" sldId="379"/>
            <ac:spMk id="6" creationId="{77A2E100-10FB-447D-8893-DF150699D868}"/>
          </ac:spMkLst>
        </pc:spChg>
      </pc:sldChg>
      <pc:sldChg chg="add modNotesTx">
        <pc:chgData name="He Li" userId="d9c76fd2-938e-46d4-9025-cac18f4a4a12" providerId="ADAL" clId="{54EFC9FA-D782-42E7-87AF-E86FD73970F4}" dt="2020-10-10T02:29:17.630" v="2306" actId="20577"/>
        <pc:sldMkLst>
          <pc:docMk/>
          <pc:sldMk cId="1574266657" sldId="380"/>
        </pc:sldMkLst>
      </pc:sldChg>
      <pc:sldChg chg="modSp del">
        <pc:chgData name="He Li" userId="d9c76fd2-938e-46d4-9025-cac18f4a4a12" providerId="ADAL" clId="{54EFC9FA-D782-42E7-87AF-E86FD73970F4}" dt="2020-10-10T02:22:46.775" v="1007" actId="2696"/>
        <pc:sldMkLst>
          <pc:docMk/>
          <pc:sldMk cId="2776491211" sldId="380"/>
        </pc:sldMkLst>
        <pc:picChg chg="mod">
          <ac:chgData name="He Li" userId="d9c76fd2-938e-46d4-9025-cac18f4a4a12" providerId="ADAL" clId="{54EFC9FA-D782-42E7-87AF-E86FD73970F4}" dt="2020-10-04T21:00:13.751" v="393" actId="1076"/>
          <ac:picMkLst>
            <pc:docMk/>
            <pc:sldMk cId="2776491211" sldId="380"/>
            <ac:picMk id="4" creationId="{F6EA4E97-E38B-4A9B-B7FE-4D6DEC1DF57B}"/>
          </ac:picMkLst>
        </pc:picChg>
      </pc:sldChg>
      <pc:sldChg chg="add modNotesTx">
        <pc:chgData name="He Li" userId="d9c76fd2-938e-46d4-9025-cac18f4a4a12" providerId="ADAL" clId="{54EFC9FA-D782-42E7-87AF-E86FD73970F4}" dt="2020-10-10T02:27:33.736" v="1938" actId="20577"/>
        <pc:sldMkLst>
          <pc:docMk/>
          <pc:sldMk cId="95403408" sldId="381"/>
        </pc:sldMkLst>
      </pc:sldChg>
      <pc:sldChg chg="modSp del">
        <pc:chgData name="He Li" userId="d9c76fd2-938e-46d4-9025-cac18f4a4a12" providerId="ADAL" clId="{54EFC9FA-D782-42E7-87AF-E86FD73970F4}" dt="2020-10-10T02:22:46.786" v="1008" actId="2696"/>
        <pc:sldMkLst>
          <pc:docMk/>
          <pc:sldMk cId="1442506732" sldId="381"/>
        </pc:sldMkLst>
        <pc:spChg chg="mod">
          <ac:chgData name="He Li" userId="d9c76fd2-938e-46d4-9025-cac18f4a4a12" providerId="ADAL" clId="{54EFC9FA-D782-42E7-87AF-E86FD73970F4}" dt="2020-10-04T21:00:02.434" v="392" actId="1035"/>
          <ac:spMkLst>
            <pc:docMk/>
            <pc:sldMk cId="1442506732" sldId="381"/>
            <ac:spMk id="2" creationId="{84A44F2F-53B9-46D8-85FC-2172716BAB2B}"/>
          </ac:spMkLst>
        </pc:spChg>
        <pc:spChg chg="mod">
          <ac:chgData name="He Li" userId="d9c76fd2-938e-46d4-9025-cac18f4a4a12" providerId="ADAL" clId="{54EFC9FA-D782-42E7-87AF-E86FD73970F4}" dt="2020-10-04T20:59:24.056" v="375" actId="1035"/>
          <ac:spMkLst>
            <pc:docMk/>
            <pc:sldMk cId="1442506732" sldId="381"/>
            <ac:spMk id="3" creationId="{0480B13D-9BE6-4A8F-A8AF-59F549478646}"/>
          </ac:spMkLst>
        </pc:spChg>
        <pc:spChg chg="mod">
          <ac:chgData name="He Li" userId="d9c76fd2-938e-46d4-9025-cac18f4a4a12" providerId="ADAL" clId="{54EFC9FA-D782-42E7-87AF-E86FD73970F4}" dt="2020-10-04T20:59:43.629" v="383" actId="255"/>
          <ac:spMkLst>
            <pc:docMk/>
            <pc:sldMk cId="1442506732" sldId="381"/>
            <ac:spMk id="4" creationId="{CD06A1A0-AB45-42F0-8957-E9EBC165C95D}"/>
          </ac:spMkLst>
        </pc:spChg>
        <pc:spChg chg="mod">
          <ac:chgData name="He Li" userId="d9c76fd2-938e-46d4-9025-cac18f4a4a12" providerId="ADAL" clId="{54EFC9FA-D782-42E7-87AF-E86FD73970F4}" dt="2020-10-04T20:59:24.056" v="375" actId="1035"/>
          <ac:spMkLst>
            <pc:docMk/>
            <pc:sldMk cId="1442506732" sldId="381"/>
            <ac:spMk id="5" creationId="{954140D8-A885-4649-A530-417ED4D5E077}"/>
          </ac:spMkLst>
        </pc:spChg>
        <pc:spChg chg="mod">
          <ac:chgData name="He Li" userId="d9c76fd2-938e-46d4-9025-cac18f4a4a12" providerId="ADAL" clId="{54EFC9FA-D782-42E7-87AF-E86FD73970F4}" dt="2020-10-04T20:59:55.152" v="387" actId="255"/>
          <ac:spMkLst>
            <pc:docMk/>
            <pc:sldMk cId="1442506732" sldId="381"/>
            <ac:spMk id="6" creationId="{0DEBBC2C-2FB5-4D7F-9B85-C6A8727DA37F}"/>
          </ac:spMkLst>
        </pc:spChg>
      </pc:sldChg>
      <pc:sldChg chg="del">
        <pc:chgData name="He Li" userId="d9c76fd2-938e-46d4-9025-cac18f4a4a12" providerId="ADAL" clId="{54EFC9FA-D782-42E7-87AF-E86FD73970F4}" dt="2020-10-10T03:04:12.644" v="2507" actId="2696"/>
        <pc:sldMkLst>
          <pc:docMk/>
          <pc:sldMk cId="3465245938" sldId="382"/>
        </pc:sldMkLst>
      </pc:sldChg>
      <pc:sldChg chg="add del">
        <pc:chgData name="He Li" userId="d9c76fd2-938e-46d4-9025-cac18f4a4a12" providerId="ADAL" clId="{54EFC9FA-D782-42E7-87AF-E86FD73970F4}" dt="2020-10-04T21:02:26.682" v="515" actId="2696"/>
        <pc:sldMkLst>
          <pc:docMk/>
          <pc:sldMk cId="2638455635" sldId="386"/>
        </pc:sldMkLst>
      </pc:sldChg>
      <pc:sldChg chg="modSp add">
        <pc:chgData name="He Li" userId="d9c76fd2-938e-46d4-9025-cac18f4a4a12" providerId="ADAL" clId="{54EFC9FA-D782-42E7-87AF-E86FD73970F4}" dt="2020-10-10T02:02:55.434" v="773" actId="1037"/>
        <pc:sldMkLst>
          <pc:docMk/>
          <pc:sldMk cId="3539297623" sldId="386"/>
        </pc:sldMkLst>
        <pc:spChg chg="mod">
          <ac:chgData name="He Li" userId="d9c76fd2-938e-46d4-9025-cac18f4a4a12" providerId="ADAL" clId="{54EFC9FA-D782-42E7-87AF-E86FD73970F4}" dt="2020-10-10T02:02:55.434" v="773" actId="1037"/>
          <ac:spMkLst>
            <pc:docMk/>
            <pc:sldMk cId="3539297623" sldId="386"/>
            <ac:spMk id="3" creationId="{00000000-0000-0000-0000-000000000000}"/>
          </ac:spMkLst>
        </pc:spChg>
      </pc:sldChg>
      <pc:sldChg chg="add del">
        <pc:chgData name="He Li" userId="d9c76fd2-938e-46d4-9025-cac18f4a4a12" providerId="ADAL" clId="{54EFC9FA-D782-42E7-87AF-E86FD73970F4}" dt="2020-10-04T21:02:26.810" v="516" actId="2696"/>
        <pc:sldMkLst>
          <pc:docMk/>
          <pc:sldMk cId="651623147" sldId="387"/>
        </pc:sldMkLst>
      </pc:sldChg>
      <pc:sldChg chg="modSp add">
        <pc:chgData name="He Li" userId="d9c76fd2-938e-46d4-9025-cac18f4a4a12" providerId="ADAL" clId="{54EFC9FA-D782-42E7-87AF-E86FD73970F4}" dt="2020-10-10T02:08:05.177" v="921" actId="27636"/>
        <pc:sldMkLst>
          <pc:docMk/>
          <pc:sldMk cId="1943029910" sldId="387"/>
        </pc:sldMkLst>
        <pc:spChg chg="mod">
          <ac:chgData name="He Li" userId="d9c76fd2-938e-46d4-9025-cac18f4a4a12" providerId="ADAL" clId="{54EFC9FA-D782-42E7-87AF-E86FD73970F4}" dt="2020-10-10T02:08:05.177" v="921" actId="27636"/>
          <ac:spMkLst>
            <pc:docMk/>
            <pc:sldMk cId="1943029910" sldId="387"/>
            <ac:spMk id="3" creationId="{00000000-0000-0000-0000-000000000000}"/>
          </ac:spMkLst>
        </pc:spChg>
      </pc:sldChg>
      <pc:sldChg chg="add del">
        <pc:chgData name="He Li" userId="d9c76fd2-938e-46d4-9025-cac18f4a4a12" providerId="ADAL" clId="{54EFC9FA-D782-42E7-87AF-E86FD73970F4}" dt="2020-10-04T21:02:26.971" v="517" actId="2696"/>
        <pc:sldMkLst>
          <pc:docMk/>
          <pc:sldMk cId="210512501" sldId="388"/>
        </pc:sldMkLst>
      </pc:sldChg>
      <pc:sldChg chg="modSp add ord">
        <pc:chgData name="He Li" userId="d9c76fd2-938e-46d4-9025-cac18f4a4a12" providerId="ADAL" clId="{54EFC9FA-D782-42E7-87AF-E86FD73970F4}" dt="2020-10-10T02:30:15.275" v="2359"/>
        <pc:sldMkLst>
          <pc:docMk/>
          <pc:sldMk cId="2806913660" sldId="388"/>
        </pc:sldMkLst>
        <pc:spChg chg="mod">
          <ac:chgData name="He Li" userId="d9c76fd2-938e-46d4-9025-cac18f4a4a12" providerId="ADAL" clId="{54EFC9FA-D782-42E7-87AF-E86FD73970F4}" dt="2020-10-10T02:30:00.079" v="2358" actId="20577"/>
          <ac:spMkLst>
            <pc:docMk/>
            <pc:sldMk cId="2806913660" sldId="388"/>
            <ac:spMk id="3" creationId="{00000000-0000-0000-0000-000000000000}"/>
          </ac:spMkLst>
        </pc:spChg>
      </pc:sldChg>
      <pc:sldChg chg="add del">
        <pc:chgData name="He Li" userId="d9c76fd2-938e-46d4-9025-cac18f4a4a12" providerId="ADAL" clId="{54EFC9FA-D782-42E7-87AF-E86FD73970F4}" dt="2020-10-04T21:02:27.590" v="518" actId="2696"/>
        <pc:sldMkLst>
          <pc:docMk/>
          <pc:sldMk cId="1542711525" sldId="389"/>
        </pc:sldMkLst>
      </pc:sldChg>
      <pc:sldChg chg="modSp add">
        <pc:chgData name="He Li" userId="d9c76fd2-938e-46d4-9025-cac18f4a4a12" providerId="ADAL" clId="{54EFC9FA-D782-42E7-87AF-E86FD73970F4}" dt="2020-10-10T03:04:05.761" v="2506" actId="27636"/>
        <pc:sldMkLst>
          <pc:docMk/>
          <pc:sldMk cId="2057547531" sldId="389"/>
        </pc:sldMkLst>
        <pc:spChg chg="mod">
          <ac:chgData name="He Li" userId="d9c76fd2-938e-46d4-9025-cac18f4a4a12" providerId="ADAL" clId="{54EFC9FA-D782-42E7-87AF-E86FD73970F4}" dt="2020-10-10T03:04:05.761" v="2506" actId="27636"/>
          <ac:spMkLst>
            <pc:docMk/>
            <pc:sldMk cId="2057547531" sldId="389"/>
            <ac:spMk id="3" creationId="{00000000-0000-0000-0000-000000000000}"/>
          </ac:spMkLst>
        </pc:spChg>
      </pc:sldChg>
      <pc:sldChg chg="add del">
        <pc:chgData name="He Li" userId="d9c76fd2-938e-46d4-9025-cac18f4a4a12" providerId="ADAL" clId="{54EFC9FA-D782-42E7-87AF-E86FD73970F4}" dt="2020-10-04T21:02:27.926" v="519" actId="2696"/>
        <pc:sldMkLst>
          <pc:docMk/>
          <pc:sldMk cId="176377038" sldId="390"/>
        </pc:sldMkLst>
      </pc:sldChg>
      <pc:sldChg chg="add del">
        <pc:chgData name="He Li" userId="d9c76fd2-938e-46d4-9025-cac18f4a4a12" providerId="ADAL" clId="{54EFC9FA-D782-42E7-87AF-E86FD73970F4}" dt="2020-10-04T21:02:28.163" v="520" actId="2696"/>
        <pc:sldMkLst>
          <pc:docMk/>
          <pc:sldMk cId="3278318996" sldId="391"/>
        </pc:sldMkLst>
      </pc:sldChg>
      <pc:sldChg chg="add del">
        <pc:chgData name="He Li" userId="d9c76fd2-938e-46d4-9025-cac18f4a4a12" providerId="ADAL" clId="{54EFC9FA-D782-42E7-87AF-E86FD73970F4}" dt="2020-10-04T21:02:28.610" v="521" actId="2696"/>
        <pc:sldMkLst>
          <pc:docMk/>
          <pc:sldMk cId="1006789692" sldId="392"/>
        </pc:sldMkLst>
      </pc:sldChg>
      <pc:sldChg chg="add del">
        <pc:chgData name="He Li" userId="d9c76fd2-938e-46d4-9025-cac18f4a4a12" providerId="ADAL" clId="{54EFC9FA-D782-42E7-87AF-E86FD73970F4}" dt="2020-10-04T21:02:29.203" v="522" actId="2696"/>
        <pc:sldMkLst>
          <pc:docMk/>
          <pc:sldMk cId="3702371527" sldId="393"/>
        </pc:sldMkLst>
      </pc:sldChg>
      <pc:sldChg chg="add del">
        <pc:chgData name="He Li" userId="d9c76fd2-938e-46d4-9025-cac18f4a4a12" providerId="ADAL" clId="{54EFC9FA-D782-42E7-87AF-E86FD73970F4}" dt="2020-10-04T21:02:29.521" v="523" actId="2696"/>
        <pc:sldMkLst>
          <pc:docMk/>
          <pc:sldMk cId="542947242" sldId="394"/>
        </pc:sldMkLst>
      </pc:sldChg>
      <pc:sldChg chg="add del">
        <pc:chgData name="He Li" userId="d9c76fd2-938e-46d4-9025-cac18f4a4a12" providerId="ADAL" clId="{54EFC9FA-D782-42E7-87AF-E86FD73970F4}" dt="2020-10-04T21:02:29.844" v="524" actId="2696"/>
        <pc:sldMkLst>
          <pc:docMk/>
          <pc:sldMk cId="840668757" sldId="395"/>
        </pc:sldMkLst>
      </pc:sldChg>
      <pc:sldChg chg="add del">
        <pc:chgData name="He Li" userId="d9c76fd2-938e-46d4-9025-cac18f4a4a12" providerId="ADAL" clId="{54EFC9FA-D782-42E7-87AF-E86FD73970F4}" dt="2020-10-04T21:02:30.180" v="525" actId="2696"/>
        <pc:sldMkLst>
          <pc:docMk/>
          <pc:sldMk cId="859140408" sldId="396"/>
        </pc:sldMkLst>
      </pc:sldChg>
      <pc:sldChg chg="add del">
        <pc:chgData name="He Li" userId="d9c76fd2-938e-46d4-9025-cac18f4a4a12" providerId="ADAL" clId="{54EFC9FA-D782-42E7-87AF-E86FD73970F4}" dt="2020-10-04T21:02:31.515" v="526" actId="2696"/>
        <pc:sldMkLst>
          <pc:docMk/>
          <pc:sldMk cId="57302284" sldId="397"/>
        </pc:sldMkLst>
      </pc:sldChg>
      <pc:sldChg chg="add del">
        <pc:chgData name="He Li" userId="d9c76fd2-938e-46d4-9025-cac18f4a4a12" providerId="ADAL" clId="{54EFC9FA-D782-42E7-87AF-E86FD73970F4}" dt="2020-10-04T21:02:31.663" v="527" actId="2696"/>
        <pc:sldMkLst>
          <pc:docMk/>
          <pc:sldMk cId="600985650" sldId="398"/>
        </pc:sldMkLst>
      </pc:sldChg>
      <pc:sldChg chg="add del">
        <pc:chgData name="He Li" userId="d9c76fd2-938e-46d4-9025-cac18f4a4a12" providerId="ADAL" clId="{54EFC9FA-D782-42E7-87AF-E86FD73970F4}" dt="2020-10-04T21:02:31.852" v="528" actId="2696"/>
        <pc:sldMkLst>
          <pc:docMk/>
          <pc:sldMk cId="583231879" sldId="399"/>
        </pc:sldMkLst>
      </pc:sldChg>
      <pc:sldChg chg="add del">
        <pc:chgData name="He Li" userId="d9c76fd2-938e-46d4-9025-cac18f4a4a12" providerId="ADAL" clId="{54EFC9FA-D782-42E7-87AF-E86FD73970F4}" dt="2020-10-04T21:02:32.519" v="529" actId="2696"/>
        <pc:sldMkLst>
          <pc:docMk/>
          <pc:sldMk cId="794686489" sldId="400"/>
        </pc:sldMkLst>
      </pc:sldChg>
      <pc:sldChg chg="add del">
        <pc:chgData name="He Li" userId="d9c76fd2-938e-46d4-9025-cac18f4a4a12" providerId="ADAL" clId="{54EFC9FA-D782-42E7-87AF-E86FD73970F4}" dt="2020-10-04T21:02:32.690" v="530" actId="2696"/>
        <pc:sldMkLst>
          <pc:docMk/>
          <pc:sldMk cId="1659901994" sldId="401"/>
        </pc:sldMkLst>
      </pc:sldChg>
      <pc:sldChg chg="add del">
        <pc:chgData name="He Li" userId="d9c76fd2-938e-46d4-9025-cac18f4a4a12" providerId="ADAL" clId="{54EFC9FA-D782-42E7-87AF-E86FD73970F4}" dt="2020-10-04T21:02:33.784" v="531" actId="2696"/>
        <pc:sldMkLst>
          <pc:docMk/>
          <pc:sldMk cId="1230166372" sldId="402"/>
        </pc:sldMkLst>
      </pc:sldChg>
      <pc:sldChg chg="add del">
        <pc:chgData name="He Li" userId="d9c76fd2-938e-46d4-9025-cac18f4a4a12" providerId="ADAL" clId="{54EFC9FA-D782-42E7-87AF-E86FD73970F4}" dt="2020-10-04T21:02:33.964" v="532" actId="2696"/>
        <pc:sldMkLst>
          <pc:docMk/>
          <pc:sldMk cId="3365906950" sldId="403"/>
        </pc:sldMkLst>
      </pc:sldChg>
      <pc:sldChg chg="add del">
        <pc:chgData name="He Li" userId="d9c76fd2-938e-46d4-9025-cac18f4a4a12" providerId="ADAL" clId="{54EFC9FA-D782-42E7-87AF-E86FD73970F4}" dt="2020-10-04T21:02:35.402" v="533" actId="2696"/>
        <pc:sldMkLst>
          <pc:docMk/>
          <pc:sldMk cId="3693811800" sldId="404"/>
        </pc:sldMkLst>
      </pc:sldChg>
      <pc:sldChg chg="add del">
        <pc:chgData name="He Li" userId="d9c76fd2-938e-46d4-9025-cac18f4a4a12" providerId="ADAL" clId="{54EFC9FA-D782-42E7-87AF-E86FD73970F4}" dt="2020-10-04T21:02:35.555" v="534" actId="2696"/>
        <pc:sldMkLst>
          <pc:docMk/>
          <pc:sldMk cId="1507970445" sldId="405"/>
        </pc:sldMkLst>
      </pc:sldChg>
      <pc:sldChg chg="add del">
        <pc:chgData name="He Li" userId="d9c76fd2-938e-46d4-9025-cac18f4a4a12" providerId="ADAL" clId="{54EFC9FA-D782-42E7-87AF-E86FD73970F4}" dt="2020-10-04T21:02:35.723" v="535" actId="2696"/>
        <pc:sldMkLst>
          <pc:docMk/>
          <pc:sldMk cId="2326410679" sldId="406"/>
        </pc:sldMkLst>
      </pc:sldChg>
      <pc:sldChg chg="add del">
        <pc:chgData name="He Li" userId="d9c76fd2-938e-46d4-9025-cac18f4a4a12" providerId="ADAL" clId="{54EFC9FA-D782-42E7-87AF-E86FD73970F4}" dt="2020-10-04T21:02:36.217" v="536" actId="2696"/>
        <pc:sldMkLst>
          <pc:docMk/>
          <pc:sldMk cId="2281236336" sldId="407"/>
        </pc:sldMkLst>
      </pc:sldChg>
      <pc:sldChg chg="add del">
        <pc:chgData name="He Li" userId="d9c76fd2-938e-46d4-9025-cac18f4a4a12" providerId="ADAL" clId="{54EFC9FA-D782-42E7-87AF-E86FD73970F4}" dt="2020-10-04T21:02:36.369" v="537" actId="2696"/>
        <pc:sldMkLst>
          <pc:docMk/>
          <pc:sldMk cId="2637401329" sldId="408"/>
        </pc:sldMkLst>
      </pc:sldChg>
      <pc:sldChg chg="add del">
        <pc:chgData name="He Li" userId="d9c76fd2-938e-46d4-9025-cac18f4a4a12" providerId="ADAL" clId="{54EFC9FA-D782-42E7-87AF-E86FD73970F4}" dt="2020-10-04T21:02:37.858" v="538" actId="2696"/>
        <pc:sldMkLst>
          <pc:docMk/>
          <pc:sldMk cId="20332782" sldId="409"/>
        </pc:sldMkLst>
      </pc:sldChg>
      <pc:sldChg chg="add del">
        <pc:chgData name="He Li" userId="d9c76fd2-938e-46d4-9025-cac18f4a4a12" providerId="ADAL" clId="{54EFC9FA-D782-42E7-87AF-E86FD73970F4}" dt="2020-10-04T21:02:20.210" v="514" actId="2696"/>
        <pc:sldMkLst>
          <pc:docMk/>
          <pc:sldMk cId="3774163265" sldId="410"/>
        </pc:sldMkLst>
      </pc:sldChg>
    </pc:docChg>
  </pc:docChgLst>
  <pc:docChgLst>
    <pc:chgData name="He Li" userId="d9c76fd2-938e-46d4-9025-cac18f4a4a12" providerId="ADAL" clId="{15C50590-C904-4184-ACCE-C9EA7D94AB8C}"/>
    <pc:docChg chg="custSel modSld">
      <pc:chgData name="He Li" userId="d9c76fd2-938e-46d4-9025-cac18f4a4a12" providerId="ADAL" clId="{15C50590-C904-4184-ACCE-C9EA7D94AB8C}" dt="2020-08-15T20:45:42.829" v="3" actId="20577"/>
      <pc:docMkLst>
        <pc:docMk/>
      </pc:docMkLst>
      <pc:sldChg chg="modSp">
        <pc:chgData name="He Li" userId="d9c76fd2-938e-46d4-9025-cac18f4a4a12" providerId="ADAL" clId="{15C50590-C904-4184-ACCE-C9EA7D94AB8C}" dt="2020-08-15T20:45:42.829" v="3" actId="20577"/>
        <pc:sldMkLst>
          <pc:docMk/>
          <pc:sldMk cId="3992025409" sldId="257"/>
        </pc:sldMkLst>
        <pc:spChg chg="mod">
          <ac:chgData name="He Li" userId="d9c76fd2-938e-46d4-9025-cac18f4a4a12" providerId="ADAL" clId="{15C50590-C904-4184-ACCE-C9EA7D94AB8C}" dt="2020-08-15T20:45:42.829" v="3" actId="20577"/>
          <ac:spMkLst>
            <pc:docMk/>
            <pc:sldMk cId="3992025409" sldId="257"/>
            <ac:spMk id="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CF6856-8C47-4594-AC1F-3BE6D1B2888D}"/>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9BE92A8-176D-4B0B-88D8-82F4FD69A740}"/>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511DA2B2-C15E-4041-976E-F50F3795EFE4}" type="datetimeFigureOut">
              <a:rPr lang="en-US" smtClean="0"/>
              <a:t>10/19/2020</a:t>
            </a:fld>
            <a:endParaRPr lang="en-US" dirty="0"/>
          </a:p>
        </p:txBody>
      </p:sp>
      <p:sp>
        <p:nvSpPr>
          <p:cNvPr id="4" name="Footer Placeholder 3">
            <a:extLst>
              <a:ext uri="{FF2B5EF4-FFF2-40B4-BE49-F238E27FC236}">
                <a16:creationId xmlns:a16="http://schemas.microsoft.com/office/drawing/2014/main" id="{0EE94B9E-7C24-4993-B4D5-302700B99A9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FDEE273-EFCC-4AF1-B831-C29C1B3BCE9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3F800F-8413-4AEE-87CF-E93EDB51F230}" type="slidenum">
              <a:rPr lang="en-US" smtClean="0"/>
              <a:t>‹#›</a:t>
            </a:fld>
            <a:endParaRPr lang="en-US" dirty="0"/>
          </a:p>
        </p:txBody>
      </p:sp>
    </p:spTree>
    <p:extLst>
      <p:ext uri="{BB962C8B-B14F-4D97-AF65-F5344CB8AC3E}">
        <p14:creationId xmlns:p14="http://schemas.microsoft.com/office/powerpoint/2010/main" val="6108672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9C85FD3B-EADC-4E04-BA0F-3147368C183D}" type="datetimeFigureOut">
              <a:rPr lang="en-US" smtClean="0"/>
              <a:t>10/19/2020</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47B85-5C92-49FC-98A0-16FD07ABB6F8}" type="slidenum">
              <a:rPr lang="en-US" smtClean="0"/>
              <a:t>‹#›</a:t>
            </a:fld>
            <a:endParaRPr lang="en-US" dirty="0"/>
          </a:p>
        </p:txBody>
      </p:sp>
    </p:spTree>
    <p:extLst>
      <p:ext uri="{BB962C8B-B14F-4D97-AF65-F5344CB8AC3E}">
        <p14:creationId xmlns:p14="http://schemas.microsoft.com/office/powerpoint/2010/main" val="295303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1</a:t>
            </a:fld>
            <a:endParaRPr lang="en-US" dirty="0"/>
          </a:p>
        </p:txBody>
      </p:sp>
    </p:spTree>
    <p:extLst>
      <p:ext uri="{BB962C8B-B14F-4D97-AF65-F5344CB8AC3E}">
        <p14:creationId xmlns:p14="http://schemas.microsoft.com/office/powerpoint/2010/main" val="3870700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Tableau Prep workspace consists of the Connections pane to connect to data, and three panes that work together to provide visibility into your data preparation.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Connections</a:t>
            </a:r>
            <a:r>
              <a:rPr lang="en-US" sz="1200" b="0" i="0" u="none" strike="noStrike" kern="1200" baseline="0" dirty="0">
                <a:solidFill>
                  <a:schemeClr val="tx1"/>
                </a:solidFill>
                <a:latin typeface="+mn-lt"/>
                <a:ea typeface="+mn-ea"/>
                <a:cs typeface="+mn-cs"/>
              </a:rPr>
              <a:t> pane on the left side of the workspace shows the data connections.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 icon allows you to add connections to data.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databases and files you are connected to are listed.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 tables you can work with in the flow pane are shown.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minimize the </a:t>
            </a:r>
            <a:r>
              <a:rPr lang="en-US" sz="1200" b="1" i="0" u="none" strike="noStrike" kern="1200" baseline="0" dirty="0">
                <a:solidFill>
                  <a:schemeClr val="tx1"/>
                </a:solidFill>
                <a:latin typeface="+mn-lt"/>
                <a:ea typeface="+mn-ea"/>
                <a:cs typeface="+mn-cs"/>
              </a:rPr>
              <a:t>Connections </a:t>
            </a:r>
            <a:r>
              <a:rPr lang="en-US" sz="1200" b="0" i="0" u="none" strike="noStrike" kern="1200" baseline="0" dirty="0">
                <a:solidFill>
                  <a:schemeClr val="tx1"/>
                </a:solidFill>
                <a:latin typeface="+mn-lt"/>
                <a:ea typeface="+mn-ea"/>
                <a:cs typeface="+mn-cs"/>
              </a:rPr>
              <a:t>pane by using the &lt; icon </a:t>
            </a:r>
          </a:p>
          <a:p>
            <a:endParaRPr lang="en-US" dirty="0"/>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flow pane</a:t>
            </a:r>
            <a:r>
              <a:rPr lang="en-US" sz="1200" b="0" i="0" u="none" strike="noStrike" kern="1200" baseline="0" dirty="0">
                <a:solidFill>
                  <a:schemeClr val="tx1"/>
                </a:solidFill>
                <a:latin typeface="+mn-lt"/>
                <a:ea typeface="+mn-ea"/>
                <a:cs typeface="+mn-cs"/>
              </a:rPr>
              <a:t> at the top of the workspace is a visual representation of the steps that are created as you prepare your data.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There are different types of steps used in a flow to clean, shape, combine, and output your data.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When you click on a particular step, the profile pane and the data grid show details for the data at that point in the flow.</a:t>
            </a:r>
          </a:p>
          <a:p>
            <a:endParaRPr lang="en-US" dirty="0"/>
          </a:p>
          <a:p>
            <a:r>
              <a:rPr lang="en-US" dirty="0"/>
              <a:t>The </a:t>
            </a:r>
            <a:r>
              <a:rPr lang="en-US" b="1" dirty="0"/>
              <a:t>profile pane </a:t>
            </a:r>
            <a:r>
              <a:rPr lang="en-US" dirty="0"/>
              <a:t>in the middle of the workspace shows the structure of your data for that step in the flow.</a:t>
            </a:r>
          </a:p>
          <a:p>
            <a:pPr marL="171450" indent="-171450">
              <a:buFont typeface="Arial" panose="020B0604020202020204" pitchFamily="34" charset="0"/>
              <a:buChar char="•"/>
            </a:pPr>
            <a:r>
              <a:rPr lang="en-US" dirty="0"/>
              <a:t>The profile pane shows a summary of the fields in your data sample.</a:t>
            </a:r>
          </a:p>
          <a:p>
            <a:pPr marL="171450" indent="-171450">
              <a:buFont typeface="Arial" panose="020B0604020202020204" pitchFamily="34" charset="0"/>
              <a:buChar char="•"/>
            </a:pPr>
            <a:r>
              <a:rPr lang="en-US" dirty="0"/>
              <a:t>A histogram shows the data distribution of each field to help you quickly find nulls and outliers.</a:t>
            </a:r>
          </a:p>
          <a:p>
            <a:pPr marL="171450" indent="-171450">
              <a:buFont typeface="Arial" panose="020B0604020202020204" pitchFamily="34" charset="0"/>
              <a:buChar char="•"/>
            </a:pPr>
            <a:r>
              <a:rPr lang="en-US" dirty="0"/>
              <a:t>The toolbar and the context menus for each field show the operations you can perform during that step in the flow.</a:t>
            </a:r>
          </a:p>
          <a:p>
            <a:pPr marL="171450" indent="-171450">
              <a:buFont typeface="Arial" panose="020B0604020202020204" pitchFamily="34" charset="0"/>
              <a:buChar char="•"/>
            </a:pPr>
            <a:r>
              <a:rPr lang="en-US" dirty="0"/>
              <a:t>The contents of the profile pane will vary depending on what type of operation you are on in the flow.</a:t>
            </a:r>
          </a:p>
          <a:p>
            <a:pPr marL="171450" indent="-171450">
              <a:buFont typeface="Arial" panose="020B0604020202020204" pitchFamily="34" charset="0"/>
              <a:buChar char="•"/>
            </a:pPr>
            <a:r>
              <a:rPr lang="en-US" dirty="0"/>
              <a:t>You can minimize the profile pane using the </a:t>
            </a:r>
            <a:r>
              <a:rPr lang="zh-CN" altLang="en-US" dirty="0"/>
              <a:t>√</a:t>
            </a:r>
            <a:r>
              <a:rPr lang="en-US" dirty="0"/>
              <a:t> icon.</a:t>
            </a:r>
          </a:p>
          <a:p>
            <a:endParaRPr lang="en-US" dirty="0"/>
          </a:p>
          <a:p>
            <a:r>
              <a:rPr lang="en-US" sz="1200" b="0" i="0" u="none" strike="noStrike" kern="1200" baseline="0" dirty="0">
                <a:solidFill>
                  <a:schemeClr val="tx1"/>
                </a:solidFill>
                <a:latin typeface="+mn-lt"/>
                <a:ea typeface="+mn-ea"/>
                <a:cs typeface="+mn-cs"/>
              </a:rPr>
              <a:t>As you clean your data, the operations you perform are listed in the </a:t>
            </a:r>
            <a:r>
              <a:rPr lang="en-US" sz="1200" b="1" i="0" u="none" strike="noStrike" kern="1200" baseline="0" dirty="0">
                <a:solidFill>
                  <a:schemeClr val="tx1"/>
                </a:solidFill>
                <a:latin typeface="+mn-lt"/>
                <a:ea typeface="+mn-ea"/>
                <a:cs typeface="+mn-cs"/>
              </a:rPr>
              <a:t>Changes </a:t>
            </a:r>
            <a:r>
              <a:rPr lang="en-US" sz="1200" b="0" i="0" u="none" strike="noStrike" kern="1200" baseline="0" dirty="0">
                <a:solidFill>
                  <a:schemeClr val="tx1"/>
                </a:solidFill>
                <a:latin typeface="+mn-lt"/>
                <a:ea typeface="+mn-ea"/>
                <a:cs typeface="+mn-cs"/>
              </a:rPr>
              <a:t>pane within the profile pane.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show the Changes pane using the &gt; icon in a cleaning step.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All cleaning operations are recorded.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Click on a particular change to see the details about that operation at that point in the flow. </a:t>
            </a:r>
          </a:p>
          <a:p>
            <a:endParaRPr lang="en-US" dirty="0"/>
          </a:p>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data grid </a:t>
            </a:r>
            <a:r>
              <a:rPr lang="en-US" sz="1200" b="0" i="0" u="none" strike="noStrike" kern="1200" baseline="0" dirty="0">
                <a:solidFill>
                  <a:schemeClr val="tx1"/>
                </a:solidFill>
                <a:latin typeface="+mn-lt"/>
                <a:ea typeface="+mn-ea"/>
                <a:cs typeface="+mn-cs"/>
              </a:rPr>
              <a:t>at the bottom of the workspace shows the row level detail for your data at that step in the flow. The data in the data grid reflects the selections in the profile pane. </a:t>
            </a:r>
          </a:p>
        </p:txBody>
      </p:sp>
      <p:sp>
        <p:nvSpPr>
          <p:cNvPr id="4" name="Slide Number Placeholder 3"/>
          <p:cNvSpPr>
            <a:spLocks noGrp="1"/>
          </p:cNvSpPr>
          <p:nvPr>
            <p:ph type="sldNum" sz="quarter" idx="5"/>
          </p:nvPr>
        </p:nvSpPr>
        <p:spPr/>
        <p:txBody>
          <a:bodyPr/>
          <a:lstStyle/>
          <a:p>
            <a:fld id="{7B547B85-5C92-49FC-98A0-16FD07ABB6F8}" type="slidenum">
              <a:rPr lang="en-US" smtClean="0"/>
              <a:t>4</a:t>
            </a:fld>
            <a:endParaRPr lang="en-US"/>
          </a:p>
        </p:txBody>
      </p:sp>
    </p:spTree>
    <p:extLst>
      <p:ext uri="{BB962C8B-B14F-4D97-AF65-F5344CB8AC3E}">
        <p14:creationId xmlns:p14="http://schemas.microsoft.com/office/powerpoint/2010/main" val="1822165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When an input is selected in the flow pane, the profile pane becomes the </a:t>
            </a:r>
            <a:r>
              <a:rPr lang="en-US" sz="1200" b="1" i="0" u="none" strike="noStrike" kern="1200" baseline="0" dirty="0">
                <a:solidFill>
                  <a:schemeClr val="tx1"/>
                </a:solidFill>
                <a:latin typeface="+mn-lt"/>
                <a:ea typeface="+mn-ea"/>
                <a:cs typeface="+mn-cs"/>
              </a:rPr>
              <a:t>Input </a:t>
            </a:r>
            <a:r>
              <a:rPr lang="en-US" sz="1200" b="0" i="0" u="none" strike="noStrike" kern="1200" baseline="0" dirty="0">
                <a:solidFill>
                  <a:schemeClr val="tx1"/>
                </a:solidFill>
                <a:latin typeface="+mn-lt"/>
                <a:ea typeface="+mn-ea"/>
                <a:cs typeface="+mn-cs"/>
              </a:rPr>
              <a:t>pane. Here, you can view and edit input settings and fields.</a:t>
            </a:r>
            <a:endParaRPr lang="en-US" dirty="0"/>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5</a:t>
            </a:fld>
            <a:endParaRPr lang="en-US"/>
          </a:p>
        </p:txBody>
      </p:sp>
    </p:spTree>
    <p:extLst>
      <p:ext uri="{BB962C8B-B14F-4D97-AF65-F5344CB8AC3E}">
        <p14:creationId xmlns:p14="http://schemas.microsoft.com/office/powerpoint/2010/main" val="2592735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a:t>
            </a:r>
            <a:r>
              <a:rPr lang="en-US" sz="1200" b="1" i="0" u="none" strike="noStrike" kern="1200" baseline="0" dirty="0">
                <a:solidFill>
                  <a:schemeClr val="tx1"/>
                </a:solidFill>
                <a:latin typeface="+mn-lt"/>
                <a:ea typeface="+mn-ea"/>
                <a:cs typeface="+mn-cs"/>
              </a:rPr>
              <a:t>flow pane </a:t>
            </a:r>
            <a:r>
              <a:rPr lang="en-US" sz="1200" b="0" i="0" u="none" strike="noStrike" kern="1200" baseline="0" dirty="0">
                <a:solidFill>
                  <a:schemeClr val="tx1"/>
                </a:solidFill>
                <a:latin typeface="+mn-lt"/>
                <a:ea typeface="+mn-ea"/>
                <a:cs typeface="+mn-cs"/>
              </a:rPr>
              <a:t>shows you all the data preparation steps that you applied to your data. Each step in your data preparation process is represented visually in the flow that you create and control.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To add a new step, click the + icon to the right of any step.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rename any step in the flow to be more descriptive.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also write a description for the step by right-clicking on a step and then clicking </a:t>
            </a:r>
            <a:r>
              <a:rPr lang="en-US" sz="1200" b="1" i="0" u="none" strike="noStrike" kern="1200" baseline="0" dirty="0">
                <a:solidFill>
                  <a:schemeClr val="tx1"/>
                </a:solidFill>
                <a:latin typeface="+mn-lt"/>
                <a:ea typeface="+mn-ea"/>
                <a:cs typeface="+mn-cs"/>
              </a:rPr>
              <a:t>Add Description</a:t>
            </a:r>
            <a:r>
              <a:rPr lang="en-US" sz="1200" b="0" i="0" u="none" strike="noStrike" kern="1200" baseline="0" dirty="0">
                <a:solidFill>
                  <a:schemeClr val="tx1"/>
                </a:solidFill>
                <a:latin typeface="+mn-lt"/>
                <a:ea typeface="+mn-ea"/>
                <a:cs typeface="+mn-cs"/>
              </a:rPr>
              <a:t>.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insert and remove a step in a flow.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disconnect and reconnect steps in a flow.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A branch can be used to split a flow.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Use an output step to save or publish your cleaned data. </a:t>
            </a:r>
          </a:p>
          <a:p>
            <a:pPr marL="171450"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You can save your flow and open it later to add or edit steps. </a:t>
            </a:r>
          </a:p>
          <a:p>
            <a:endParaRPr lang="en-US" dirty="0"/>
          </a:p>
        </p:txBody>
      </p:sp>
      <p:sp>
        <p:nvSpPr>
          <p:cNvPr id="4" name="Slide Number Placeholder 3"/>
          <p:cNvSpPr>
            <a:spLocks noGrp="1"/>
          </p:cNvSpPr>
          <p:nvPr>
            <p:ph type="sldNum" sz="quarter" idx="5"/>
          </p:nvPr>
        </p:nvSpPr>
        <p:spPr/>
        <p:txBody>
          <a:bodyPr/>
          <a:lstStyle/>
          <a:p>
            <a:fld id="{7B547B85-5C92-49FC-98A0-16FD07ABB6F8}" type="slidenum">
              <a:rPr lang="en-US" smtClean="0"/>
              <a:t>6</a:t>
            </a:fld>
            <a:endParaRPr lang="en-US"/>
          </a:p>
        </p:txBody>
      </p:sp>
    </p:spTree>
    <p:extLst>
      <p:ext uri="{BB962C8B-B14F-4D97-AF65-F5344CB8AC3E}">
        <p14:creationId xmlns:p14="http://schemas.microsoft.com/office/powerpoint/2010/main" val="2360933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10/19/2020</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3463434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10/19/2020</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2493032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10/19/2020</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3415353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10/19/2020</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830493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10/19/2020</a:t>
            </a:fld>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185088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10/19/2020</a:t>
            </a:fld>
            <a:endParaRPr lang="en-US"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356273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10/19/2020</a:t>
            </a:fld>
            <a:endParaRPr lang="en-US"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1829627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10/19/2020</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554588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10/19/2020</a:t>
            </a:fld>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1531925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10/19/2020</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3981457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DFC0B93E-F868-EA4E-A257-BA83402C2BF5}" type="datetimeFigureOut">
              <a:rPr lang="en-US" smtClean="0"/>
              <a:t>10/19/2020</a:t>
            </a:fld>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0791E4EC-FED8-B242-87D1-B34D17881644}" type="slidenum">
              <a:rPr lang="en-US" smtClean="0"/>
              <a:t>‹#›</a:t>
            </a:fld>
            <a:endParaRPr lang="en-US" dirty="0"/>
          </a:p>
        </p:txBody>
      </p:sp>
    </p:spTree>
    <p:extLst>
      <p:ext uri="{BB962C8B-B14F-4D97-AF65-F5344CB8AC3E}">
        <p14:creationId xmlns:p14="http://schemas.microsoft.com/office/powerpoint/2010/main" val="2327240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9290" y="276841"/>
            <a:ext cx="6879252" cy="5815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9289" y="1166018"/>
            <a:ext cx="8770776" cy="555545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6" name="Picture 2" descr="Image result for clemson college of business logo">
            <a:extLst>
              <a:ext uri="{FF2B5EF4-FFF2-40B4-BE49-F238E27FC236}">
                <a16:creationId xmlns:a16="http://schemas.microsoft.com/office/drawing/2014/main" id="{40E32EA3-BC7C-476F-8FEE-08F5B84B2FA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028541" y="136525"/>
            <a:ext cx="1966170" cy="595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09350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b="1" kern="1200">
          <a:solidFill>
            <a:schemeClr val="tx1"/>
          </a:solidFill>
          <a:latin typeface="Arial Nova" panose="020B0504020202020204" pitchFamily="34" charset="0"/>
          <a:ea typeface="+mj-ea"/>
          <a:cs typeface="+mj-cs"/>
        </a:defRPr>
      </a:lvl1pPr>
    </p:titleStyle>
    <p:bodyStyle>
      <a:lvl1pPr marL="342900" indent="-342900" algn="l" defTabSz="457200" rtl="0" eaLnBrk="1" latinLnBrk="0" hangingPunct="1">
        <a:spcBef>
          <a:spcPct val="20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742950" indent="-285750" algn="l" defTabSz="457200" rtl="0" eaLnBrk="1" latinLnBrk="0" hangingPunct="1">
        <a:spcBef>
          <a:spcPct val="200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457200" rtl="0" eaLnBrk="1" latinLnBrk="0" hangingPunct="1">
        <a:spcBef>
          <a:spcPct val="200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457200" rtl="0" eaLnBrk="1" latinLnBrk="0" hangingPunct="1">
        <a:spcBef>
          <a:spcPct val="200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tableau.com/learn/tutorials/on-demand/cleaning-step?product=tableau_desktop%2Btableau_prep&amp;version=tableau_desktop_2019_3%2Btableau_prep_2019_3_1&amp;topic=tableau_prep" TargetMode="External"/><Relationship Id="rId2" Type="http://schemas.openxmlformats.org/officeDocument/2006/relationships/hyperlink" Target="https://www.tableau.com/learn/training#prep" TargetMode="Externa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help.tableau.com/current/prep/en-us/prep_whatsnew.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0" y="0"/>
            <a:ext cx="9169400" cy="6862836"/>
            <a:chOff x="0" y="0"/>
            <a:chExt cx="9169400" cy="6862836"/>
          </a:xfrm>
        </p:grpSpPr>
        <p:grpSp>
          <p:nvGrpSpPr>
            <p:cNvPr id="2" name="Group 1"/>
            <p:cNvGrpSpPr/>
            <p:nvPr/>
          </p:nvGrpSpPr>
          <p:grpSpPr>
            <a:xfrm>
              <a:off x="0" y="0"/>
              <a:ext cx="9169400" cy="6862836"/>
              <a:chOff x="0" y="0"/>
              <a:chExt cx="9169400" cy="6862836"/>
            </a:xfrm>
          </p:grpSpPr>
          <p:sp>
            <p:nvSpPr>
              <p:cNvPr id="12" name="Rectangle 11"/>
              <p:cNvSpPr/>
              <p:nvPr/>
            </p:nvSpPr>
            <p:spPr>
              <a:xfrm>
                <a:off x="0" y="0"/>
                <a:ext cx="9144000" cy="6862836"/>
              </a:xfrm>
              <a:prstGeom prst="rect">
                <a:avLst/>
              </a:prstGeom>
              <a:solidFill>
                <a:srgbClr val="EA6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5" name="Straight Connector 4"/>
              <p:cNvCxnSpPr/>
              <p:nvPr/>
            </p:nvCxnSpPr>
            <p:spPr>
              <a:xfrm>
                <a:off x="25400" y="6106282"/>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a:xfrm>
                <a:off x="25400" y="5854699"/>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5401" y="5979282"/>
                <a:ext cx="9143999"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25400" y="6489700"/>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25400" y="6362700"/>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5400" y="6238118"/>
                <a:ext cx="9144000" cy="0"/>
              </a:xfrm>
              <a:prstGeom prst="line">
                <a:avLst/>
              </a:prstGeom>
              <a:ln cap="rnd">
                <a:noFill/>
                <a:prstDash val="dot"/>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0976" y="684143"/>
                <a:ext cx="2565400" cy="5842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bg1"/>
                  </a:solidFill>
                </a:endParaRPr>
              </a:p>
            </p:txBody>
          </p:sp>
          <p:pic>
            <p:nvPicPr>
              <p:cNvPr id="56" name="Picture 55" descr="Untitled2.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976" y="176800"/>
                <a:ext cx="3194304" cy="560832"/>
              </a:xfrm>
              <a:prstGeom prst="rect">
                <a:avLst/>
              </a:prstGeom>
              <a:ln>
                <a:noFill/>
              </a:ln>
            </p:spPr>
          </p:pic>
          <p:pic>
            <p:nvPicPr>
              <p:cNvPr id="57" name="Picture 56" descr="Untitled.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0976" y="587115"/>
                <a:ext cx="2645664" cy="719328"/>
              </a:xfrm>
              <a:prstGeom prst="rect">
                <a:avLst/>
              </a:prstGeom>
              <a:ln>
                <a:noFill/>
              </a:ln>
            </p:spPr>
          </p:pic>
        </p:grpSp>
        <p:cxnSp>
          <p:nvCxnSpPr>
            <p:cNvPr id="16" name="Straight Connector 15"/>
            <p:cNvCxnSpPr/>
            <p:nvPr/>
          </p:nvCxnSpPr>
          <p:spPr>
            <a:xfrm>
              <a:off x="25400" y="6106282"/>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25400" y="5854699"/>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25401" y="5979282"/>
              <a:ext cx="9143999"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25400" y="6489700"/>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25400" y="6362700"/>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25400" y="6238118"/>
              <a:ext cx="9144000" cy="0"/>
            </a:xfrm>
            <a:prstGeom prst="line">
              <a:avLst/>
            </a:prstGeom>
            <a:ln w="25400" cap="rnd">
              <a:solidFill>
                <a:schemeClr val="bg1"/>
              </a:solidFill>
              <a:prstDash val="dot"/>
            </a:ln>
          </p:spPr>
          <p:style>
            <a:lnRef idx="2">
              <a:schemeClr val="accent1"/>
            </a:lnRef>
            <a:fillRef idx="0">
              <a:schemeClr val="accent1"/>
            </a:fillRef>
            <a:effectRef idx="1">
              <a:schemeClr val="accent1"/>
            </a:effectRef>
            <a:fontRef idx="minor">
              <a:schemeClr val="tx1"/>
            </a:fontRef>
          </p:style>
        </p:cxnSp>
      </p:grpSp>
      <p:sp>
        <p:nvSpPr>
          <p:cNvPr id="3" name="Title 2"/>
          <p:cNvSpPr>
            <a:spLocks noGrp="1"/>
          </p:cNvSpPr>
          <p:nvPr>
            <p:ph type="ctrTitle"/>
          </p:nvPr>
        </p:nvSpPr>
        <p:spPr>
          <a:xfrm>
            <a:off x="0" y="1939925"/>
            <a:ext cx="9143999" cy="1470025"/>
          </a:xfrm>
        </p:spPr>
        <p:txBody>
          <a:bodyPr>
            <a:normAutofit/>
          </a:bodyPr>
          <a:lstStyle/>
          <a:p>
            <a:pPr algn="ctr"/>
            <a:br>
              <a:rPr lang="en-US" altLang="zh-CN" sz="4000" b="1" dirty="0">
                <a:solidFill>
                  <a:srgbClr val="FFFFFF"/>
                </a:solidFill>
                <a:latin typeface="Goudy Old Style"/>
                <a:cs typeface="Goudy Old Style"/>
              </a:rPr>
            </a:br>
            <a:r>
              <a:rPr lang="en-US" altLang="zh-CN" sz="4400" dirty="0">
                <a:solidFill>
                  <a:srgbClr val="FFFFFF"/>
                </a:solidFill>
                <a:latin typeface="Goudy Old Style"/>
                <a:cs typeface="Goudy Old Style"/>
              </a:rPr>
              <a:t>ETL Using Tableau Prep</a:t>
            </a:r>
            <a:endParaRPr lang="en-US" sz="4000" b="1" dirty="0">
              <a:solidFill>
                <a:srgbClr val="FFFFFF"/>
              </a:solidFill>
              <a:latin typeface="Goudy Old Style"/>
              <a:cs typeface="Goudy Old Style"/>
            </a:endParaRPr>
          </a:p>
        </p:txBody>
      </p:sp>
      <p:sp>
        <p:nvSpPr>
          <p:cNvPr id="4" name="Subtitle 3"/>
          <p:cNvSpPr>
            <a:spLocks noGrp="1"/>
          </p:cNvSpPr>
          <p:nvPr>
            <p:ph type="subTitle" idx="1"/>
          </p:nvPr>
        </p:nvSpPr>
        <p:spPr>
          <a:xfrm>
            <a:off x="0" y="4343402"/>
            <a:ext cx="9143999" cy="1386710"/>
          </a:xfrm>
        </p:spPr>
        <p:txBody>
          <a:bodyPr>
            <a:normAutofit/>
          </a:bodyPr>
          <a:lstStyle/>
          <a:p>
            <a:r>
              <a:rPr lang="en-US" sz="2800" dirty="0">
                <a:solidFill>
                  <a:srgbClr val="FFFFFF"/>
                </a:solidFill>
                <a:latin typeface="Goudy Old Style"/>
                <a:cs typeface="Goudy Old Style"/>
              </a:rPr>
              <a:t>Instructor: He Li</a:t>
            </a:r>
          </a:p>
        </p:txBody>
      </p:sp>
    </p:spTree>
    <p:extLst>
      <p:ext uri="{BB962C8B-B14F-4D97-AF65-F5344CB8AC3E}">
        <p14:creationId xmlns:p14="http://schemas.microsoft.com/office/powerpoint/2010/main" val="2057547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FF4A6-146F-4BD1-858D-5A0A45A7FE76}"/>
              </a:ext>
            </a:extLst>
          </p:cNvPr>
          <p:cNvSpPr>
            <a:spLocks noGrp="1"/>
          </p:cNvSpPr>
          <p:nvPr>
            <p:ph type="title"/>
          </p:nvPr>
        </p:nvSpPr>
        <p:spPr/>
        <p:txBody>
          <a:bodyPr/>
          <a:lstStyle/>
          <a:p>
            <a:r>
              <a:rPr lang="en-US" dirty="0"/>
              <a:t>The Process of Data Analysis</a:t>
            </a:r>
          </a:p>
        </p:txBody>
      </p:sp>
      <p:sp>
        <p:nvSpPr>
          <p:cNvPr id="3" name="Content Placeholder 2">
            <a:extLst>
              <a:ext uri="{FF2B5EF4-FFF2-40B4-BE49-F238E27FC236}">
                <a16:creationId xmlns:a16="http://schemas.microsoft.com/office/drawing/2014/main" id="{A4E0068C-59F4-45BE-9A55-81F5961D4934}"/>
              </a:ext>
            </a:extLst>
          </p:cNvPr>
          <p:cNvSpPr>
            <a:spLocks noGrp="1"/>
          </p:cNvSpPr>
          <p:nvPr>
            <p:ph idx="1"/>
          </p:nvPr>
        </p:nvSpPr>
        <p:spPr/>
        <p:txBody>
          <a:bodyPr/>
          <a:lstStyle/>
          <a:p>
            <a:r>
              <a:rPr lang="en-US" dirty="0"/>
              <a:t>Accessing data sources</a:t>
            </a:r>
          </a:p>
          <a:p>
            <a:r>
              <a:rPr lang="en-US" dirty="0"/>
              <a:t>Combining tables</a:t>
            </a:r>
          </a:p>
          <a:p>
            <a:r>
              <a:rPr lang="en-US" dirty="0"/>
              <a:t>Transforming variables and cleaning data</a:t>
            </a:r>
          </a:p>
          <a:p>
            <a:r>
              <a:rPr lang="en-US" dirty="0"/>
              <a:t>Exploring and describing data</a:t>
            </a:r>
          </a:p>
          <a:p>
            <a:r>
              <a:rPr lang="en-US" dirty="0"/>
              <a:t>Visualizing patterns in the data</a:t>
            </a:r>
          </a:p>
          <a:p>
            <a:r>
              <a:rPr lang="en-US" dirty="0"/>
              <a:t>Analyzing and modeling data</a:t>
            </a:r>
          </a:p>
          <a:p>
            <a:endParaRPr lang="en-US" dirty="0"/>
          </a:p>
        </p:txBody>
      </p:sp>
    </p:spTree>
    <p:extLst>
      <p:ext uri="{BB962C8B-B14F-4D97-AF65-F5344CB8AC3E}">
        <p14:creationId xmlns:p14="http://schemas.microsoft.com/office/powerpoint/2010/main" val="194098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3A83D-44F0-4602-A24B-4C2FA3C44B83}"/>
              </a:ext>
            </a:extLst>
          </p:cNvPr>
          <p:cNvSpPr>
            <a:spLocks noGrp="1"/>
          </p:cNvSpPr>
          <p:nvPr>
            <p:ph type="title"/>
          </p:nvPr>
        </p:nvSpPr>
        <p:spPr/>
        <p:txBody>
          <a:bodyPr/>
          <a:lstStyle/>
          <a:p>
            <a:r>
              <a:rPr lang="en-US" dirty="0"/>
              <a:t>Common Data Formats</a:t>
            </a:r>
          </a:p>
        </p:txBody>
      </p:sp>
      <p:sp>
        <p:nvSpPr>
          <p:cNvPr id="3" name="Content Placeholder 2">
            <a:extLst>
              <a:ext uri="{FF2B5EF4-FFF2-40B4-BE49-F238E27FC236}">
                <a16:creationId xmlns:a16="http://schemas.microsoft.com/office/drawing/2014/main" id="{6D3CF930-4DDB-49DD-A1CF-5508B06A226D}"/>
              </a:ext>
            </a:extLst>
          </p:cNvPr>
          <p:cNvSpPr>
            <a:spLocks noGrp="1"/>
          </p:cNvSpPr>
          <p:nvPr>
            <p:ph idx="1"/>
          </p:nvPr>
        </p:nvSpPr>
        <p:spPr>
          <a:xfrm>
            <a:off x="149289" y="1053284"/>
            <a:ext cx="8770776" cy="900777"/>
          </a:xfrm>
        </p:spPr>
        <p:txBody>
          <a:bodyPr>
            <a:normAutofit/>
          </a:bodyPr>
          <a:lstStyle/>
          <a:p>
            <a:r>
              <a:rPr lang="en-US" sz="2200" dirty="0"/>
              <a:t>Tableau Prep can read and use data from a variety of different formats.</a:t>
            </a:r>
          </a:p>
        </p:txBody>
      </p:sp>
      <p:pic>
        <p:nvPicPr>
          <p:cNvPr id="4" name="Picture 3">
            <a:extLst>
              <a:ext uri="{FF2B5EF4-FFF2-40B4-BE49-F238E27FC236}">
                <a16:creationId xmlns:a16="http://schemas.microsoft.com/office/drawing/2014/main" id="{B208EE43-C24F-4DCE-9F7E-85A434921F2F}"/>
              </a:ext>
            </a:extLst>
          </p:cNvPr>
          <p:cNvPicPr>
            <a:picLocks noChangeAspect="1"/>
          </p:cNvPicPr>
          <p:nvPr/>
        </p:nvPicPr>
        <p:blipFill>
          <a:blip r:embed="rId2"/>
          <a:stretch>
            <a:fillRect/>
          </a:stretch>
        </p:blipFill>
        <p:spPr>
          <a:xfrm>
            <a:off x="149289" y="2378404"/>
            <a:ext cx="2724150" cy="2876550"/>
          </a:xfrm>
          <a:prstGeom prst="rect">
            <a:avLst/>
          </a:prstGeom>
        </p:spPr>
      </p:pic>
      <p:pic>
        <p:nvPicPr>
          <p:cNvPr id="5" name="Picture 4">
            <a:extLst>
              <a:ext uri="{FF2B5EF4-FFF2-40B4-BE49-F238E27FC236}">
                <a16:creationId xmlns:a16="http://schemas.microsoft.com/office/drawing/2014/main" id="{66461705-0C9E-4A15-882A-E34D73F728EB}"/>
              </a:ext>
            </a:extLst>
          </p:cNvPr>
          <p:cNvPicPr>
            <a:picLocks noChangeAspect="1"/>
          </p:cNvPicPr>
          <p:nvPr/>
        </p:nvPicPr>
        <p:blipFill>
          <a:blip r:embed="rId3"/>
          <a:stretch>
            <a:fillRect/>
          </a:stretch>
        </p:blipFill>
        <p:spPr>
          <a:xfrm>
            <a:off x="1824935" y="1698724"/>
            <a:ext cx="2324933" cy="5016961"/>
          </a:xfrm>
          <a:prstGeom prst="rect">
            <a:avLst/>
          </a:prstGeom>
        </p:spPr>
      </p:pic>
      <p:pic>
        <p:nvPicPr>
          <p:cNvPr id="6" name="Picture 5">
            <a:extLst>
              <a:ext uri="{FF2B5EF4-FFF2-40B4-BE49-F238E27FC236}">
                <a16:creationId xmlns:a16="http://schemas.microsoft.com/office/drawing/2014/main" id="{DEB102B0-0B25-4130-AA41-8C430ADF162D}"/>
              </a:ext>
            </a:extLst>
          </p:cNvPr>
          <p:cNvPicPr>
            <a:picLocks noChangeAspect="1"/>
          </p:cNvPicPr>
          <p:nvPr/>
        </p:nvPicPr>
        <p:blipFill>
          <a:blip r:embed="rId4"/>
          <a:stretch>
            <a:fillRect/>
          </a:stretch>
        </p:blipFill>
        <p:spPr>
          <a:xfrm>
            <a:off x="4321760" y="1836511"/>
            <a:ext cx="2124075" cy="4267200"/>
          </a:xfrm>
          <a:prstGeom prst="rect">
            <a:avLst/>
          </a:prstGeom>
        </p:spPr>
      </p:pic>
      <p:pic>
        <p:nvPicPr>
          <p:cNvPr id="7" name="Picture 6">
            <a:extLst>
              <a:ext uri="{FF2B5EF4-FFF2-40B4-BE49-F238E27FC236}">
                <a16:creationId xmlns:a16="http://schemas.microsoft.com/office/drawing/2014/main" id="{CCB9BA88-A1DA-44C6-9677-5FA97904E7C6}"/>
              </a:ext>
            </a:extLst>
          </p:cNvPr>
          <p:cNvPicPr>
            <a:picLocks noChangeAspect="1"/>
          </p:cNvPicPr>
          <p:nvPr/>
        </p:nvPicPr>
        <p:blipFill>
          <a:blip r:embed="rId5"/>
          <a:stretch>
            <a:fillRect/>
          </a:stretch>
        </p:blipFill>
        <p:spPr>
          <a:xfrm>
            <a:off x="6698345" y="1628159"/>
            <a:ext cx="2219325" cy="4953000"/>
          </a:xfrm>
          <a:prstGeom prst="rect">
            <a:avLst/>
          </a:prstGeom>
        </p:spPr>
      </p:pic>
    </p:spTree>
    <p:extLst>
      <p:ext uri="{BB962C8B-B14F-4D97-AF65-F5344CB8AC3E}">
        <p14:creationId xmlns:p14="http://schemas.microsoft.com/office/powerpoint/2010/main" val="2419894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A3036-7F79-4E18-833A-AC2936B6AF44}"/>
              </a:ext>
            </a:extLst>
          </p:cNvPr>
          <p:cNvSpPr>
            <a:spLocks noGrp="1"/>
          </p:cNvSpPr>
          <p:nvPr>
            <p:ph type="title"/>
          </p:nvPr>
        </p:nvSpPr>
        <p:spPr/>
        <p:txBody>
          <a:bodyPr/>
          <a:lstStyle/>
          <a:p>
            <a:r>
              <a:rPr lang="en-US" dirty="0"/>
              <a:t>The Tableau Prep Workspace</a:t>
            </a:r>
          </a:p>
        </p:txBody>
      </p:sp>
      <p:pic>
        <p:nvPicPr>
          <p:cNvPr id="4" name="Picture 3">
            <a:extLst>
              <a:ext uri="{FF2B5EF4-FFF2-40B4-BE49-F238E27FC236}">
                <a16:creationId xmlns:a16="http://schemas.microsoft.com/office/drawing/2014/main" id="{2CF39253-8349-4414-8508-6B602A0DD790}"/>
              </a:ext>
            </a:extLst>
          </p:cNvPr>
          <p:cNvPicPr>
            <a:picLocks noChangeAspect="1"/>
          </p:cNvPicPr>
          <p:nvPr/>
        </p:nvPicPr>
        <p:blipFill rotWithShape="1">
          <a:blip r:embed="rId3"/>
          <a:srcRect r="1954"/>
          <a:stretch/>
        </p:blipFill>
        <p:spPr>
          <a:xfrm>
            <a:off x="73570" y="1317221"/>
            <a:ext cx="8965324" cy="5148470"/>
          </a:xfrm>
          <a:prstGeom prst="rect">
            <a:avLst/>
          </a:prstGeom>
        </p:spPr>
      </p:pic>
      <p:sp>
        <p:nvSpPr>
          <p:cNvPr id="5" name="TextBox 4">
            <a:extLst>
              <a:ext uri="{FF2B5EF4-FFF2-40B4-BE49-F238E27FC236}">
                <a16:creationId xmlns:a16="http://schemas.microsoft.com/office/drawing/2014/main" id="{F0F6CC29-2267-4492-87C7-388C5A23B701}"/>
              </a:ext>
            </a:extLst>
          </p:cNvPr>
          <p:cNvSpPr txBox="1"/>
          <p:nvPr/>
        </p:nvSpPr>
        <p:spPr>
          <a:xfrm>
            <a:off x="884583" y="1908313"/>
            <a:ext cx="308113" cy="369332"/>
          </a:xfrm>
          <a:prstGeom prst="rect">
            <a:avLst/>
          </a:prstGeom>
          <a:noFill/>
          <a:ln w="38100">
            <a:solidFill>
              <a:srgbClr val="EA6A20"/>
            </a:solidFill>
          </a:ln>
        </p:spPr>
        <p:txBody>
          <a:bodyPr wrap="square" rtlCol="0">
            <a:spAutoFit/>
          </a:bodyPr>
          <a:lstStyle/>
          <a:p>
            <a:endParaRPr lang="en-US" dirty="0"/>
          </a:p>
        </p:txBody>
      </p:sp>
      <p:sp>
        <p:nvSpPr>
          <p:cNvPr id="6" name="Rectangle 5">
            <a:extLst>
              <a:ext uri="{FF2B5EF4-FFF2-40B4-BE49-F238E27FC236}">
                <a16:creationId xmlns:a16="http://schemas.microsoft.com/office/drawing/2014/main" id="{D094FFAE-6AE6-4056-BCD0-6B5A48240A68}"/>
              </a:ext>
            </a:extLst>
          </p:cNvPr>
          <p:cNvSpPr/>
          <p:nvPr/>
        </p:nvSpPr>
        <p:spPr>
          <a:xfrm>
            <a:off x="1192696" y="1958417"/>
            <a:ext cx="2634054" cy="369332"/>
          </a:xfrm>
          <a:prstGeom prst="rect">
            <a:avLst/>
          </a:prstGeom>
        </p:spPr>
        <p:txBody>
          <a:bodyPr wrap="none">
            <a:spAutoFit/>
          </a:bodyPr>
          <a:lstStyle/>
          <a:p>
            <a:r>
              <a:rPr lang="en-US" dirty="0">
                <a:solidFill>
                  <a:srgbClr val="FF0000"/>
                </a:solidFill>
                <a:latin typeface="Arial" panose="020B0604020202020204" pitchFamily="34" charset="0"/>
                <a:cs typeface="Arial" panose="020B0604020202020204" pitchFamily="34" charset="0"/>
              </a:rPr>
              <a:t>add connections to data</a:t>
            </a:r>
          </a:p>
        </p:txBody>
      </p:sp>
    </p:spTree>
    <p:extLst>
      <p:ext uri="{BB962C8B-B14F-4D97-AF65-F5344CB8AC3E}">
        <p14:creationId xmlns:p14="http://schemas.microsoft.com/office/powerpoint/2010/main" val="9518610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438DF-056E-406E-9740-EE866130BF09}"/>
              </a:ext>
            </a:extLst>
          </p:cNvPr>
          <p:cNvSpPr>
            <a:spLocks noGrp="1"/>
          </p:cNvSpPr>
          <p:nvPr>
            <p:ph type="title"/>
          </p:nvPr>
        </p:nvSpPr>
        <p:spPr/>
        <p:txBody>
          <a:bodyPr/>
          <a:lstStyle/>
          <a:p>
            <a:r>
              <a:rPr lang="en-US" dirty="0"/>
              <a:t>The Tableau Prep Workspace</a:t>
            </a:r>
          </a:p>
        </p:txBody>
      </p:sp>
      <p:pic>
        <p:nvPicPr>
          <p:cNvPr id="4" name="Picture 3">
            <a:extLst>
              <a:ext uri="{FF2B5EF4-FFF2-40B4-BE49-F238E27FC236}">
                <a16:creationId xmlns:a16="http://schemas.microsoft.com/office/drawing/2014/main" id="{65E91B94-19CD-4019-84B7-A96DB8E7242D}"/>
              </a:ext>
            </a:extLst>
          </p:cNvPr>
          <p:cNvPicPr>
            <a:picLocks noChangeAspect="1"/>
          </p:cNvPicPr>
          <p:nvPr/>
        </p:nvPicPr>
        <p:blipFill>
          <a:blip r:embed="rId3"/>
          <a:stretch>
            <a:fillRect/>
          </a:stretch>
        </p:blipFill>
        <p:spPr>
          <a:xfrm>
            <a:off x="0" y="1579596"/>
            <a:ext cx="9144000" cy="4450367"/>
          </a:xfrm>
          <a:prstGeom prst="rect">
            <a:avLst/>
          </a:prstGeom>
        </p:spPr>
      </p:pic>
    </p:spTree>
    <p:extLst>
      <p:ext uri="{BB962C8B-B14F-4D97-AF65-F5344CB8AC3E}">
        <p14:creationId xmlns:p14="http://schemas.microsoft.com/office/powerpoint/2010/main" val="1548199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425D3-D9DE-47EB-9B61-73FC4DCD5436}"/>
              </a:ext>
            </a:extLst>
          </p:cNvPr>
          <p:cNvSpPr>
            <a:spLocks noGrp="1"/>
          </p:cNvSpPr>
          <p:nvPr>
            <p:ph type="title"/>
          </p:nvPr>
        </p:nvSpPr>
        <p:spPr/>
        <p:txBody>
          <a:bodyPr/>
          <a:lstStyle/>
          <a:p>
            <a:r>
              <a:rPr lang="en-US" dirty="0"/>
              <a:t>Types of Steps in Tableau Prep</a:t>
            </a:r>
          </a:p>
        </p:txBody>
      </p:sp>
      <p:pic>
        <p:nvPicPr>
          <p:cNvPr id="4" name="Picture 3">
            <a:extLst>
              <a:ext uri="{FF2B5EF4-FFF2-40B4-BE49-F238E27FC236}">
                <a16:creationId xmlns:a16="http://schemas.microsoft.com/office/drawing/2014/main" id="{15C6A649-B6B0-4FAA-91CF-FABCB2642232}"/>
              </a:ext>
            </a:extLst>
          </p:cNvPr>
          <p:cNvPicPr>
            <a:picLocks noChangeAspect="1"/>
          </p:cNvPicPr>
          <p:nvPr/>
        </p:nvPicPr>
        <p:blipFill rotWithShape="1">
          <a:blip r:embed="rId3"/>
          <a:srcRect r="23862" b="46169"/>
          <a:stretch/>
        </p:blipFill>
        <p:spPr>
          <a:xfrm>
            <a:off x="149290" y="933572"/>
            <a:ext cx="4670381" cy="3112335"/>
          </a:xfrm>
          <a:prstGeom prst="rect">
            <a:avLst/>
          </a:prstGeom>
        </p:spPr>
      </p:pic>
      <p:sp>
        <p:nvSpPr>
          <p:cNvPr id="7" name="Rectangle 6">
            <a:extLst>
              <a:ext uri="{FF2B5EF4-FFF2-40B4-BE49-F238E27FC236}">
                <a16:creationId xmlns:a16="http://schemas.microsoft.com/office/drawing/2014/main" id="{8D00099D-70D9-43D4-8C81-1BB59C0F18D5}"/>
              </a:ext>
            </a:extLst>
          </p:cNvPr>
          <p:cNvSpPr/>
          <p:nvPr/>
        </p:nvSpPr>
        <p:spPr>
          <a:xfrm>
            <a:off x="2878137" y="1139869"/>
            <a:ext cx="501041" cy="313150"/>
          </a:xfrm>
          <a:prstGeom prst="rect">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FC37199-5821-484F-A1FE-459C9D5EA8D2}"/>
              </a:ext>
            </a:extLst>
          </p:cNvPr>
          <p:cNvSpPr/>
          <p:nvPr/>
        </p:nvSpPr>
        <p:spPr>
          <a:xfrm>
            <a:off x="3473971" y="1046646"/>
            <a:ext cx="2021707" cy="400110"/>
          </a:xfrm>
          <a:prstGeom prst="rect">
            <a:avLst/>
          </a:prstGeom>
        </p:spPr>
        <p:txBody>
          <a:bodyPr wrap="none">
            <a:spAutoFit/>
          </a:bodyPr>
          <a:lstStyle/>
          <a:p>
            <a:r>
              <a:rPr lang="en-US" sz="2000" b="1" dirty="0">
                <a:solidFill>
                  <a:srgbClr val="522D80"/>
                </a:solidFill>
                <a:latin typeface="Arial" panose="020B0604020202020204" pitchFamily="34" charset="0"/>
                <a:cs typeface="Arial" panose="020B0604020202020204" pitchFamily="34" charset="0"/>
              </a:rPr>
              <a:t>add a new step</a:t>
            </a:r>
          </a:p>
        </p:txBody>
      </p:sp>
      <p:pic>
        <p:nvPicPr>
          <p:cNvPr id="9" name="Picture 8">
            <a:extLst>
              <a:ext uri="{FF2B5EF4-FFF2-40B4-BE49-F238E27FC236}">
                <a16:creationId xmlns:a16="http://schemas.microsoft.com/office/drawing/2014/main" id="{71573CAF-5B7F-4EA7-B3BB-72ED0A1D6186}"/>
              </a:ext>
            </a:extLst>
          </p:cNvPr>
          <p:cNvPicPr>
            <a:picLocks noChangeAspect="1"/>
          </p:cNvPicPr>
          <p:nvPr/>
        </p:nvPicPr>
        <p:blipFill>
          <a:blip r:embed="rId4"/>
          <a:stretch>
            <a:fillRect/>
          </a:stretch>
        </p:blipFill>
        <p:spPr>
          <a:xfrm>
            <a:off x="4819671" y="3429000"/>
            <a:ext cx="4067175" cy="3067050"/>
          </a:xfrm>
          <a:prstGeom prst="rect">
            <a:avLst/>
          </a:prstGeom>
        </p:spPr>
      </p:pic>
      <p:sp>
        <p:nvSpPr>
          <p:cNvPr id="10" name="Rectangle 9">
            <a:extLst>
              <a:ext uri="{FF2B5EF4-FFF2-40B4-BE49-F238E27FC236}">
                <a16:creationId xmlns:a16="http://schemas.microsoft.com/office/drawing/2014/main" id="{318F99CA-DCE5-4405-86CC-E67346416058}"/>
              </a:ext>
            </a:extLst>
          </p:cNvPr>
          <p:cNvSpPr/>
          <p:nvPr/>
        </p:nvSpPr>
        <p:spPr>
          <a:xfrm>
            <a:off x="5769344" y="2413337"/>
            <a:ext cx="3225366" cy="1015663"/>
          </a:xfrm>
          <a:prstGeom prst="rect">
            <a:avLst/>
          </a:prstGeom>
        </p:spPr>
        <p:txBody>
          <a:bodyPr wrap="square">
            <a:spAutoFit/>
          </a:bodyPr>
          <a:lstStyle/>
          <a:p>
            <a:pPr algn="ctr"/>
            <a:r>
              <a:rPr lang="en-US" sz="2000" b="1" i="1" dirty="0">
                <a:solidFill>
                  <a:srgbClr val="522D80"/>
                </a:solidFill>
                <a:latin typeface="Arial" panose="020B0604020202020204" pitchFamily="34" charset="0"/>
                <a:cs typeface="Arial" panose="020B0604020202020204" pitchFamily="34" charset="0"/>
              </a:rPr>
              <a:t>Right Click</a:t>
            </a:r>
          </a:p>
          <a:p>
            <a:r>
              <a:rPr lang="en-US" sz="2000" b="1" dirty="0">
                <a:solidFill>
                  <a:srgbClr val="522D80"/>
                </a:solidFill>
                <a:latin typeface="Arial" panose="020B0604020202020204" pitchFamily="34" charset="0"/>
                <a:cs typeface="Arial" panose="020B0604020202020204" pitchFamily="34" charset="0"/>
              </a:rPr>
              <a:t>rename, add description, copy, remove …</a:t>
            </a:r>
          </a:p>
        </p:txBody>
      </p:sp>
      <p:pic>
        <p:nvPicPr>
          <p:cNvPr id="11" name="Picture 10">
            <a:extLst>
              <a:ext uri="{FF2B5EF4-FFF2-40B4-BE49-F238E27FC236}">
                <a16:creationId xmlns:a16="http://schemas.microsoft.com/office/drawing/2014/main" id="{89FE160F-0638-41D6-8E86-E44445A3D3B9}"/>
              </a:ext>
            </a:extLst>
          </p:cNvPr>
          <p:cNvPicPr>
            <a:picLocks noChangeAspect="1"/>
          </p:cNvPicPr>
          <p:nvPr/>
        </p:nvPicPr>
        <p:blipFill>
          <a:blip r:embed="rId5"/>
          <a:stretch>
            <a:fillRect/>
          </a:stretch>
        </p:blipFill>
        <p:spPr>
          <a:xfrm>
            <a:off x="638827" y="4245529"/>
            <a:ext cx="3026906" cy="2619778"/>
          </a:xfrm>
          <a:prstGeom prst="rect">
            <a:avLst/>
          </a:prstGeom>
        </p:spPr>
      </p:pic>
      <p:sp>
        <p:nvSpPr>
          <p:cNvPr id="12" name="Rectangle 11">
            <a:extLst>
              <a:ext uri="{FF2B5EF4-FFF2-40B4-BE49-F238E27FC236}">
                <a16:creationId xmlns:a16="http://schemas.microsoft.com/office/drawing/2014/main" id="{08515AC7-C26E-4BBD-855C-C6B27077884F}"/>
              </a:ext>
            </a:extLst>
          </p:cNvPr>
          <p:cNvSpPr/>
          <p:nvPr/>
        </p:nvSpPr>
        <p:spPr>
          <a:xfrm>
            <a:off x="1717544" y="4310247"/>
            <a:ext cx="501041" cy="313150"/>
          </a:xfrm>
          <a:prstGeom prst="rect">
            <a:avLst/>
          </a:prstGeom>
          <a:noFill/>
          <a:ln w="38100">
            <a:solidFill>
              <a:srgbClr val="522D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0426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ED31C-01A1-4FE4-B8B9-FA335E685B78}"/>
              </a:ext>
            </a:extLst>
          </p:cNvPr>
          <p:cNvSpPr>
            <a:spLocks noGrp="1"/>
          </p:cNvSpPr>
          <p:nvPr>
            <p:ph type="title"/>
          </p:nvPr>
        </p:nvSpPr>
        <p:spPr/>
        <p:txBody>
          <a:bodyPr/>
          <a:lstStyle/>
          <a:p>
            <a:r>
              <a:rPr lang="en-US" dirty="0"/>
              <a:t>Types of Steps in a Flow</a:t>
            </a:r>
          </a:p>
        </p:txBody>
      </p:sp>
      <p:pic>
        <p:nvPicPr>
          <p:cNvPr id="5" name="Picture 4">
            <a:extLst>
              <a:ext uri="{FF2B5EF4-FFF2-40B4-BE49-F238E27FC236}">
                <a16:creationId xmlns:a16="http://schemas.microsoft.com/office/drawing/2014/main" id="{2A594B10-535C-4915-8CF3-98BB0E62732F}"/>
              </a:ext>
            </a:extLst>
          </p:cNvPr>
          <p:cNvPicPr>
            <a:picLocks noChangeAspect="1"/>
          </p:cNvPicPr>
          <p:nvPr/>
        </p:nvPicPr>
        <p:blipFill>
          <a:blip r:embed="rId2"/>
          <a:stretch>
            <a:fillRect/>
          </a:stretch>
        </p:blipFill>
        <p:spPr>
          <a:xfrm>
            <a:off x="75156" y="1117629"/>
            <a:ext cx="9006214" cy="5152506"/>
          </a:xfrm>
          <a:prstGeom prst="rect">
            <a:avLst/>
          </a:prstGeom>
        </p:spPr>
      </p:pic>
    </p:spTree>
    <p:extLst>
      <p:ext uri="{BB962C8B-B14F-4D97-AF65-F5344CB8AC3E}">
        <p14:creationId xmlns:p14="http://schemas.microsoft.com/office/powerpoint/2010/main" val="3947547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0B39-DCCD-432E-993C-630BCA5949BE}"/>
              </a:ext>
            </a:extLst>
          </p:cNvPr>
          <p:cNvSpPr>
            <a:spLocks noGrp="1"/>
          </p:cNvSpPr>
          <p:nvPr>
            <p:ph type="title"/>
          </p:nvPr>
        </p:nvSpPr>
        <p:spPr/>
        <p:txBody>
          <a:bodyPr/>
          <a:lstStyle/>
          <a:p>
            <a:r>
              <a:rPr lang="en-US" dirty="0"/>
              <a:t>Types of Steps in a Flow (cont.)</a:t>
            </a:r>
          </a:p>
        </p:txBody>
      </p:sp>
      <p:pic>
        <p:nvPicPr>
          <p:cNvPr id="4" name="Picture 3">
            <a:extLst>
              <a:ext uri="{FF2B5EF4-FFF2-40B4-BE49-F238E27FC236}">
                <a16:creationId xmlns:a16="http://schemas.microsoft.com/office/drawing/2014/main" id="{405FE633-21AD-4B16-B414-5AAFCCD74894}"/>
              </a:ext>
            </a:extLst>
          </p:cNvPr>
          <p:cNvPicPr>
            <a:picLocks noChangeAspect="1"/>
          </p:cNvPicPr>
          <p:nvPr/>
        </p:nvPicPr>
        <p:blipFill>
          <a:blip r:embed="rId2"/>
          <a:stretch>
            <a:fillRect/>
          </a:stretch>
        </p:blipFill>
        <p:spPr>
          <a:xfrm>
            <a:off x="86660" y="2126691"/>
            <a:ext cx="8994710" cy="2562093"/>
          </a:xfrm>
          <a:prstGeom prst="rect">
            <a:avLst/>
          </a:prstGeom>
        </p:spPr>
      </p:pic>
    </p:spTree>
    <p:extLst>
      <p:ext uri="{BB962C8B-B14F-4D97-AF65-F5344CB8AC3E}">
        <p14:creationId xmlns:p14="http://schemas.microsoft.com/office/powerpoint/2010/main" val="1656473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B28D3-E65B-4FA2-986A-DF7AE2B74A56}"/>
              </a:ext>
            </a:extLst>
          </p:cNvPr>
          <p:cNvSpPr>
            <a:spLocks noGrp="1"/>
          </p:cNvSpPr>
          <p:nvPr>
            <p:ph type="title"/>
          </p:nvPr>
        </p:nvSpPr>
        <p:spPr/>
        <p:txBody>
          <a:bodyPr/>
          <a:lstStyle/>
          <a:p>
            <a:r>
              <a:rPr lang="en-US" dirty="0"/>
              <a:t>Hands-on Practices</a:t>
            </a:r>
          </a:p>
        </p:txBody>
      </p:sp>
      <p:sp>
        <p:nvSpPr>
          <p:cNvPr id="3" name="Content Placeholder 2">
            <a:extLst>
              <a:ext uri="{FF2B5EF4-FFF2-40B4-BE49-F238E27FC236}">
                <a16:creationId xmlns:a16="http://schemas.microsoft.com/office/drawing/2014/main" id="{26212BF1-2851-4C1A-AEDF-43704F92FDA7}"/>
              </a:ext>
            </a:extLst>
          </p:cNvPr>
          <p:cNvSpPr>
            <a:spLocks noGrp="1"/>
          </p:cNvSpPr>
          <p:nvPr>
            <p:ph idx="1"/>
          </p:nvPr>
        </p:nvSpPr>
        <p:spPr>
          <a:xfrm>
            <a:off x="149289" y="1002728"/>
            <a:ext cx="8770776" cy="3449525"/>
          </a:xfrm>
        </p:spPr>
        <p:txBody>
          <a:bodyPr>
            <a:normAutofit fontScale="92500" lnSpcReduction="20000"/>
          </a:bodyPr>
          <a:lstStyle/>
          <a:p>
            <a:r>
              <a:rPr lang="en-US" sz="2200" dirty="0"/>
              <a:t>(Self-Study, Introductory) Tableau Prep Free Training Video: </a:t>
            </a:r>
            <a:r>
              <a:rPr lang="en-US" sz="2200" dirty="0">
                <a:hlinkClick r:id="rId2"/>
              </a:rPr>
              <a:t>https://www.tableau.com/learn/training#prep</a:t>
            </a:r>
            <a:endParaRPr lang="en-US" sz="2200" dirty="0"/>
          </a:p>
          <a:p>
            <a:pPr marL="400050" lvl="1" indent="0">
              <a:buNone/>
            </a:pPr>
            <a:r>
              <a:rPr lang="en-US" sz="2200" dirty="0">
                <a:hlinkClick r:id="rId3"/>
              </a:rPr>
              <a:t>https://www.tableau.com/learn/tutorials/on-demand/cleaning-step?product=tableau_desktop%2Btableau_prep&amp;version=tableau_desktop_2019_3%2Btableau_prep_2019_3_1&amp;topic=tableau_prep</a:t>
            </a:r>
            <a:endParaRPr lang="en-US" sz="2200" dirty="0"/>
          </a:p>
          <a:p>
            <a:r>
              <a:rPr lang="en-US" sz="2200" dirty="0"/>
              <a:t>(Self-Study, Introductory) Tableau Prep Help: </a:t>
            </a:r>
            <a:r>
              <a:rPr lang="en-US" sz="2200" dirty="0">
                <a:hlinkClick r:id="rId4"/>
              </a:rPr>
              <a:t>https://help.tableau.com/current/prep/en-us/prep_whatsnew.htm</a:t>
            </a:r>
            <a:endParaRPr lang="en-US" sz="2200" dirty="0"/>
          </a:p>
          <a:p>
            <a:endParaRPr lang="en-US" sz="2200" dirty="0"/>
          </a:p>
          <a:p>
            <a:r>
              <a:rPr lang="en-US" sz="2200" b="1" dirty="0"/>
              <a:t>In-Class Demo: </a:t>
            </a:r>
            <a:r>
              <a:rPr lang="en-US" sz="2200" dirty="0"/>
              <a:t>To give you a more hands-on experience and see how to work with real-world data, I use a very small part of my research project to demonstrate how we can use Tableau Prep in data processing (i.e., ETL process).</a:t>
            </a:r>
          </a:p>
        </p:txBody>
      </p:sp>
      <p:pic>
        <p:nvPicPr>
          <p:cNvPr id="4" name="Picture 3">
            <a:extLst>
              <a:ext uri="{FF2B5EF4-FFF2-40B4-BE49-F238E27FC236}">
                <a16:creationId xmlns:a16="http://schemas.microsoft.com/office/drawing/2014/main" id="{450D3798-32F1-4F95-BEA8-FBDE43970F2F}"/>
              </a:ext>
            </a:extLst>
          </p:cNvPr>
          <p:cNvPicPr/>
          <p:nvPr/>
        </p:nvPicPr>
        <p:blipFill>
          <a:blip r:embed="rId5"/>
          <a:stretch>
            <a:fillRect/>
          </a:stretch>
        </p:blipFill>
        <p:spPr>
          <a:xfrm>
            <a:off x="293915" y="4452252"/>
            <a:ext cx="8700796" cy="2253347"/>
          </a:xfrm>
          <a:prstGeom prst="rect">
            <a:avLst/>
          </a:prstGeom>
        </p:spPr>
      </p:pic>
    </p:spTree>
    <p:extLst>
      <p:ext uri="{BB962C8B-B14F-4D97-AF65-F5344CB8AC3E}">
        <p14:creationId xmlns:p14="http://schemas.microsoft.com/office/powerpoint/2010/main" val="42251585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1423</TotalTime>
  <Words>795</Words>
  <Application>Microsoft Office PowerPoint</Application>
  <PresentationFormat>On-screen Show (4:3)</PresentationFormat>
  <Paragraphs>66</Paragraphs>
  <Slides>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Nova</vt:lpstr>
      <vt:lpstr>Calibri</vt:lpstr>
      <vt:lpstr>Goudy Old Style</vt:lpstr>
      <vt:lpstr>Office Theme</vt:lpstr>
      <vt:lpstr> ETL Using Tableau Prep</vt:lpstr>
      <vt:lpstr>The Process of Data Analysis</vt:lpstr>
      <vt:lpstr>Common Data Formats</vt:lpstr>
      <vt:lpstr>The Tableau Prep Workspace</vt:lpstr>
      <vt:lpstr>The Tableau Prep Workspace</vt:lpstr>
      <vt:lpstr>Types of Steps in Tableau Prep</vt:lpstr>
      <vt:lpstr>Types of Steps in a Flow</vt:lpstr>
      <vt:lpstr>Types of Steps in a Flow (cont.)</vt:lpstr>
      <vt:lpstr>Hands-on Practices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Data Management</dc:title>
  <dc:creator>He Li</dc:creator>
  <cp:lastModifiedBy>He Li</cp:lastModifiedBy>
  <cp:revision>106</cp:revision>
  <dcterms:created xsi:type="dcterms:W3CDTF">2019-12-19T20:52:23Z</dcterms:created>
  <dcterms:modified xsi:type="dcterms:W3CDTF">2020-10-19T18:35:31Z</dcterms:modified>
</cp:coreProperties>
</file>